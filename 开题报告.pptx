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5" r:id="rId2"/>
    <p:sldId id="266" r:id="rId3"/>
    <p:sldId id="277" r:id="rId4"/>
    <p:sldId id="267" r:id="rId5"/>
    <p:sldId id="278" r:id="rId6"/>
    <p:sldId id="279" r:id="rId7"/>
    <p:sldId id="301" r:id="rId8"/>
    <p:sldId id="284" r:id="rId9"/>
    <p:sldId id="298" r:id="rId10"/>
    <p:sldId id="294" r:id="rId11"/>
    <p:sldId id="296" r:id="rId12"/>
    <p:sldId id="299" r:id="rId13"/>
    <p:sldId id="300" r:id="rId14"/>
    <p:sldId id="285" r:id="rId15"/>
    <p:sldId id="288" r:id="rId16"/>
    <p:sldId id="286" r:id="rId17"/>
    <p:sldId id="290" r:id="rId18"/>
    <p:sldId id="287" r:id="rId19"/>
    <p:sldId id="289" r:id="rId20"/>
    <p:sldId id="297" r:id="rId21"/>
    <p:sldId id="273" r:id="rId2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A6A6"/>
    <a:srgbClr val="F3F3F3"/>
    <a:srgbClr val="5C307D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98" autoAdjust="0"/>
    <p:restoredTop sz="91163" autoAdjust="0"/>
  </p:normalViewPr>
  <p:slideViewPr>
    <p:cSldViewPr snapToGrid="0">
      <p:cViewPr varScale="1">
        <p:scale>
          <a:sx n="107" d="100"/>
          <a:sy n="107" d="100"/>
        </p:scale>
        <p:origin x="2000" y="1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D389131B-EA08-EE4B-BFAC-3D77F72AE5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DD4AD08-4200-8947-8A90-84148FAC382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625195DE-2F8A-4A45-BF9D-B1B03E923A89}" type="datetimeFigureOut">
              <a:rPr lang="zh-CN" altLang="en-US"/>
              <a:pPr>
                <a:defRPr/>
              </a:pPr>
              <a:t>2020/12/11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6CAB67E7-1BAA-DE4F-BEF0-A5609F6823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A2311A3E-2010-B54E-94F8-39CA122C8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15F27D-0AC8-0A4F-87D2-EAF7E93F374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A82493-D8C2-3B4D-B177-77B0E192DD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DB1AD427-4F51-0C42-A943-CFB8FF066C4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1AD427-4F51-0C42-A943-CFB8FF066C4D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44368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1AD427-4F51-0C42-A943-CFB8FF066C4D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3750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1AD427-4F51-0C42-A943-CFB8FF066C4D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0025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1AD427-4F51-0C42-A943-CFB8FF066C4D}" type="slidenum">
              <a:rPr lang="zh-CN" altLang="en-US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322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1AD427-4F51-0C42-A943-CFB8FF066C4D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7353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15B394-19AD-CD43-8442-521219048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B9FCC5-ABE1-4140-8F0A-E56B92E9C876}" type="datetimeFigureOut">
              <a:rPr lang="zh-CN" altLang="en-US"/>
              <a:pPr>
                <a:defRPr/>
              </a:pPr>
              <a:t>2020/12/11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D89A39-6E27-4C43-9858-A8ABA7F4E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7966FD-3BC1-5440-8287-1A73FE80B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F20118-33E2-4844-AEB4-FE843FD4213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7514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BC8088-296C-C540-93F3-AB269F462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35E72B-0C59-B64A-B8E6-6B8197694B4B}" type="datetimeFigureOut">
              <a:rPr lang="zh-CN" altLang="en-US"/>
              <a:pPr>
                <a:defRPr/>
              </a:pPr>
              <a:t>2020/12/11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CF0374-F33C-204A-A769-807620E28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40B7EC-2993-6F4A-A1A8-657BA53D1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B3A486-ADF3-6F48-BCB5-617935E9F5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2243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E53E1F-DACE-2947-8646-CF2B2612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EF3E06-3243-824D-90F9-0D6F1DAC42A4}" type="datetimeFigureOut">
              <a:rPr lang="zh-CN" altLang="en-US"/>
              <a:pPr>
                <a:defRPr/>
              </a:pPr>
              <a:t>2020/12/11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AFD265-C06F-6D4D-B7CE-C23BC7DD0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F114F7-34C1-5545-BBD5-B2A14DD44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1EE58A-D83E-5F47-906E-F74D4386624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9860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71487" y="1825625"/>
            <a:ext cx="2900363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1825625"/>
            <a:ext cx="2900363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93DDCD40-1EE3-6743-A386-949F51131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EA9C44-F71C-474E-8F0D-86ECD4AC58DD}" type="datetimeFigureOut">
              <a:rPr lang="zh-CN" altLang="en-US"/>
              <a:pPr>
                <a:defRPr/>
              </a:pPr>
              <a:t>2020/12/11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04E32D7F-7675-F049-B2EF-D23ED67DF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8157959-B939-8C4A-90ED-7D2585714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A51FFE-B412-1142-BCAA-A55C408830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8681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2BD11442-9571-C446-9473-1ED82E20B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85CBC8-4762-5547-87DB-FEC5565AA287}" type="datetimeFigureOut">
              <a:rPr lang="zh-CN" altLang="en-US"/>
              <a:pPr>
                <a:defRPr/>
              </a:pPr>
              <a:t>2020/12/11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725D25F3-E302-834E-A555-8BAB9C0E6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953B66E3-2E22-004C-919C-142DEE53D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5825E7-4348-0742-8681-03750679E23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3616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D5C4A351-440E-3941-B683-A67930A57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A3856F-BB2D-ED47-A0D7-6F02CB0C2BD8}" type="datetimeFigureOut">
              <a:rPr lang="zh-CN" altLang="en-US"/>
              <a:pPr>
                <a:defRPr/>
              </a:pPr>
              <a:t>2020/12/11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085E07D4-7DA2-8647-A77F-4832F026B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44736F34-D36E-F343-98A6-E38D2F5CA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429493-21B2-FD47-BFB4-917FD8E8C4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5627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1D492110-E0D3-3844-B8A8-0300FF04C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9EA11-5049-0E4D-BB2F-5A560F00B3C4}" type="datetimeFigureOut">
              <a:rPr lang="zh-CN" altLang="en-US"/>
              <a:pPr>
                <a:defRPr/>
              </a:pPr>
              <a:t>2020/12/11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6411BFB6-1C64-2A4A-B6DD-1D889D93B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3AF6BDE2-E7F6-C54C-93A1-9135FBCE9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2FAA79-A7DB-644C-8531-0ED247B159F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243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527369AB-DE3C-4C43-B4BB-CF23CF75C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68B6DD-0730-A94B-A48C-BEBDC46DF97C}" type="datetimeFigureOut">
              <a:rPr lang="zh-CN" altLang="en-US"/>
              <a:pPr>
                <a:defRPr/>
              </a:pPr>
              <a:t>2020/12/11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96C8CCD5-AF94-9346-9FEA-F51D3169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03A35E6C-E0E6-EE4D-AAA9-5421ED5B0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3C218C-B5AB-154C-ACDA-0D69CB260EC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3182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05CDDF-3164-CC4B-AB04-B978350CB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B93A90-38AC-5E4B-8BC1-40DA721EC711}" type="datetimeFigureOut">
              <a:rPr lang="zh-CN" altLang="en-US"/>
              <a:pPr>
                <a:defRPr/>
              </a:pPr>
              <a:t>2020/12/11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E8995257-8B7B-AB42-9EF7-B9A2C26C1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19D33B38-EA2D-7743-87E9-A129039C1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901A84-7683-2748-A504-3FC2576D7F0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2313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28D2A7-2AC4-BB43-A5DE-32BF15ED9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A9A33A-70C1-7D48-8303-86D395F5C87A}" type="datetimeFigureOut">
              <a:rPr lang="zh-CN" altLang="en-US"/>
              <a:pPr>
                <a:defRPr/>
              </a:pPr>
              <a:t>2020/12/11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45E4BD-A725-3A4F-9600-16FE5F007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60026F-0931-DA4B-9722-28508EC22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4ADF6D-BC48-084B-B96A-9940EC1DABB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1948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21969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8C82E6-8680-0045-9554-0253E16D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5EBDC6-43BB-564E-9C48-58C0AABD62D7}" type="datetimeFigureOut">
              <a:rPr lang="zh-CN" altLang="en-US"/>
              <a:pPr>
                <a:defRPr/>
              </a:pPr>
              <a:t>2020/12/11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8727D1-3FB5-424D-99E0-102293D00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2202E7-6615-BD40-8C19-5B6E1213E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6C6901-C93B-084A-9E80-0EA316C0E0C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8842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07028ECF-48FE-7D46-B535-DF4D25B27B6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D849526C-9785-044B-AD9F-CBE9B8F5E66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F80600-9967-FE4D-9983-D057B63D45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582350E-90C3-0A44-B819-2F8ECF184DA7}" type="datetimeFigureOut">
              <a:rPr lang="zh-CN" altLang="en-US"/>
              <a:pPr>
                <a:defRPr/>
              </a:pPr>
              <a:t>2020/12/11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C19BFC-7403-BF4A-93B3-EFABD1A981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1A76A8-2DEC-5A40-8AB9-18CF10CBEB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674F701-5B50-AC44-9010-BC9E4057E574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F01D02EE-4E0F-1043-A90C-2CC3DF0CF3A1}"/>
              </a:ext>
            </a:extLst>
          </p:cNvPr>
          <p:cNvSpPr/>
          <p:nvPr/>
        </p:nvSpPr>
        <p:spPr>
          <a:xfrm>
            <a:off x="0" y="0"/>
            <a:ext cx="9144000" cy="3654425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3" name="TextBox 89">
            <a:extLst>
              <a:ext uri="{FF2B5EF4-FFF2-40B4-BE49-F238E27FC236}">
                <a16:creationId xmlns:a16="http://schemas.microsoft.com/office/drawing/2014/main" id="{F627BE1E-3C06-194A-AAC1-6A1631D6AA0F}"/>
              </a:ext>
            </a:extLst>
          </p:cNvPr>
          <p:cNvSpPr txBox="1"/>
          <p:nvPr/>
        </p:nvSpPr>
        <p:spPr>
          <a:xfrm>
            <a:off x="6224072" y="4021991"/>
            <a:ext cx="264687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404040"/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毕业设计开题答辩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2F31068-EA10-4546-A2D8-8C86CD0DCF12}"/>
              </a:ext>
            </a:extLst>
          </p:cNvPr>
          <p:cNvSpPr txBox="1"/>
          <p:nvPr/>
        </p:nvSpPr>
        <p:spPr>
          <a:xfrm>
            <a:off x="4236011" y="2155250"/>
            <a:ext cx="88998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****</a:t>
            </a:r>
            <a:endParaRPr lang="en-US" altLang="zh-CN"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3B461B-78F4-3A4F-8F46-BB06516469CA}"/>
              </a:ext>
            </a:extLst>
          </p:cNvPr>
          <p:cNvSpPr/>
          <p:nvPr/>
        </p:nvSpPr>
        <p:spPr>
          <a:xfrm>
            <a:off x="163513" y="6210300"/>
            <a:ext cx="423862" cy="423863"/>
          </a:xfrm>
          <a:prstGeom prst="rect">
            <a:avLst/>
          </a:prstGeom>
          <a:solidFill>
            <a:srgbClr val="5C307D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8" name="TextBox 90">
            <a:extLst>
              <a:ext uri="{FF2B5EF4-FFF2-40B4-BE49-F238E27FC236}">
                <a16:creationId xmlns:a16="http://schemas.microsoft.com/office/drawing/2014/main" id="{D7C586F4-2AAD-5648-8ACE-6C9E7E9A9FB7}"/>
              </a:ext>
            </a:extLst>
          </p:cNvPr>
          <p:cNvSpPr txBox="1"/>
          <p:nvPr/>
        </p:nvSpPr>
        <p:spPr>
          <a:xfrm>
            <a:off x="1139825" y="4851222"/>
            <a:ext cx="7731125" cy="1403141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120000"/>
              </a:lnSpc>
            </a:pPr>
            <a:r>
              <a:rPr lang="zh-CN" altLang="en-US" dirty="0">
                <a:solidFill>
                  <a:srgbClr val="40404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姓名：</a:t>
            </a:r>
            <a:endParaRPr lang="en-US" altLang="zh-CN" dirty="0">
              <a:solidFill>
                <a:srgbClr val="40404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algn="r">
              <a:lnSpc>
                <a:spcPct val="120000"/>
              </a:lnSpc>
            </a:pPr>
            <a:r>
              <a:rPr lang="zh-CN" altLang="en-US" dirty="0">
                <a:solidFill>
                  <a:srgbClr val="40404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班级：</a:t>
            </a:r>
            <a:endParaRPr lang="en-US" altLang="zh-CN" dirty="0">
              <a:solidFill>
                <a:srgbClr val="40404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algn="r">
              <a:lnSpc>
                <a:spcPct val="120000"/>
              </a:lnSpc>
            </a:pPr>
            <a:r>
              <a:rPr lang="zh-CN" altLang="en-US" dirty="0">
                <a:solidFill>
                  <a:srgbClr val="40404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学号：</a:t>
            </a:r>
            <a:endParaRPr lang="en-US" altLang="zh-CN" dirty="0">
              <a:solidFill>
                <a:srgbClr val="40404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algn="r">
              <a:lnSpc>
                <a:spcPct val="120000"/>
              </a:lnSpc>
            </a:pPr>
            <a:r>
              <a:rPr lang="zh-CN" altLang="en-US" dirty="0">
                <a:solidFill>
                  <a:srgbClr val="40404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指导老师：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FEDA9CB-4D51-B244-88B1-A7D5DBA71673}"/>
              </a:ext>
            </a:extLst>
          </p:cNvPr>
          <p:cNvCxnSpPr/>
          <p:nvPr/>
        </p:nvCxnSpPr>
        <p:spPr>
          <a:xfrm>
            <a:off x="163513" y="6627813"/>
            <a:ext cx="440848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344" name="组合 27">
            <a:extLst>
              <a:ext uri="{FF2B5EF4-FFF2-40B4-BE49-F238E27FC236}">
                <a16:creationId xmlns:a16="http://schemas.microsoft.com/office/drawing/2014/main" id="{57DB70FA-BE94-824B-9CF5-B43F34018CBC}"/>
              </a:ext>
            </a:extLst>
          </p:cNvPr>
          <p:cNvGrpSpPr>
            <a:grpSpLocks/>
          </p:cNvGrpSpPr>
          <p:nvPr/>
        </p:nvGrpSpPr>
        <p:grpSpPr bwMode="auto">
          <a:xfrm>
            <a:off x="0" y="3770313"/>
            <a:ext cx="9144000" cy="57150"/>
            <a:chOff x="30834" y="1305568"/>
            <a:chExt cx="8816454" cy="66133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7BF37F77-6E40-B543-B8EB-DECAB56916F7}"/>
                </a:ext>
              </a:extLst>
            </p:cNvPr>
            <p:cNvSpPr/>
            <p:nvPr/>
          </p:nvSpPr>
          <p:spPr>
            <a:xfrm>
              <a:off x="30834" y="1305568"/>
              <a:ext cx="5799574" cy="6613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7819BDCB-6906-8943-BBC3-F9CBB29F6CF8}"/>
                </a:ext>
              </a:extLst>
            </p:cNvPr>
            <p:cNvSpPr/>
            <p:nvPr/>
          </p:nvSpPr>
          <p:spPr>
            <a:xfrm>
              <a:off x="5887041" y="1305568"/>
              <a:ext cx="2960247" cy="66133"/>
            </a:xfrm>
            <a:prstGeom prst="rect">
              <a:avLst/>
            </a:prstGeom>
            <a:solidFill>
              <a:srgbClr val="5C30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4345" name="图片 30">
            <a:extLst>
              <a:ext uri="{FF2B5EF4-FFF2-40B4-BE49-F238E27FC236}">
                <a16:creationId xmlns:a16="http://schemas.microsoft.com/office/drawing/2014/main" id="{D2EFE005-148A-7C40-B951-B7C57F6BDA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3" y="266700"/>
            <a:ext cx="3136900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C412CA0D-3C3F-704C-9FAE-0D29CDFEDD31}"/>
              </a:ext>
            </a:extLst>
          </p:cNvPr>
          <p:cNvSpPr/>
          <p:nvPr/>
        </p:nvSpPr>
        <p:spPr>
          <a:xfrm>
            <a:off x="-14288" y="0"/>
            <a:ext cx="9158288" cy="1203325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5362" name="图片 39">
            <a:extLst>
              <a:ext uri="{FF2B5EF4-FFF2-40B4-BE49-F238E27FC236}">
                <a16:creationId xmlns:a16="http://schemas.microsoft.com/office/drawing/2014/main" id="{6E217534-5257-1143-A9DD-3ACCE8824D0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702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EA63D7EB-5348-3147-AAFB-37B7F1EE7804}"/>
              </a:ext>
            </a:extLst>
          </p:cNvPr>
          <p:cNvSpPr txBox="1"/>
          <p:nvPr/>
        </p:nvSpPr>
        <p:spPr>
          <a:xfrm>
            <a:off x="163513" y="3082925"/>
            <a:ext cx="3124200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chemeClr val="bg1">
                    <a:lumMod val="6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CONTENTS</a:t>
            </a:r>
            <a:endParaRPr lang="zh-CN" altLang="en-US" sz="3600" b="1" dirty="0">
              <a:solidFill>
                <a:schemeClr val="bg1">
                  <a:lumMod val="6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15364" name="组合 42">
            <a:extLst>
              <a:ext uri="{FF2B5EF4-FFF2-40B4-BE49-F238E27FC236}">
                <a16:creationId xmlns:a16="http://schemas.microsoft.com/office/drawing/2014/main" id="{766F1DE4-EE6A-E14D-B001-C3A876F6EA01}"/>
              </a:ext>
            </a:extLst>
          </p:cNvPr>
          <p:cNvGrpSpPr>
            <a:grpSpLocks/>
          </p:cNvGrpSpPr>
          <p:nvPr/>
        </p:nvGrpSpPr>
        <p:grpSpPr bwMode="auto">
          <a:xfrm>
            <a:off x="0" y="1304925"/>
            <a:ext cx="9144000" cy="57150"/>
            <a:chOff x="30834" y="1305568"/>
            <a:chExt cx="8816454" cy="66133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A377500-0460-0E47-824F-3A5F4C28D796}"/>
                </a:ext>
              </a:extLst>
            </p:cNvPr>
            <p:cNvSpPr/>
            <p:nvPr/>
          </p:nvSpPr>
          <p:spPr>
            <a:xfrm>
              <a:off x="30834" y="1305568"/>
              <a:ext cx="5799574" cy="6613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E532542-E447-004A-82E9-601E85E581D3}"/>
                </a:ext>
              </a:extLst>
            </p:cNvPr>
            <p:cNvSpPr/>
            <p:nvPr/>
          </p:nvSpPr>
          <p:spPr>
            <a:xfrm>
              <a:off x="5887041" y="1305568"/>
              <a:ext cx="2960247" cy="66133"/>
            </a:xfrm>
            <a:prstGeom prst="rect">
              <a:avLst/>
            </a:prstGeom>
            <a:solidFill>
              <a:srgbClr val="5C30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14DFE66-49BF-D346-A813-312FB74FDC5E}"/>
              </a:ext>
            </a:extLst>
          </p:cNvPr>
          <p:cNvCxnSpPr/>
          <p:nvPr/>
        </p:nvCxnSpPr>
        <p:spPr>
          <a:xfrm>
            <a:off x="4572000" y="6627813"/>
            <a:ext cx="408781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6" name="文本框 11">
            <a:extLst>
              <a:ext uri="{FF2B5EF4-FFF2-40B4-BE49-F238E27FC236}">
                <a16:creationId xmlns:a16="http://schemas.microsoft.com/office/drawing/2014/main" id="{D458A4B2-2ECA-604C-AF6B-C96FD073C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0900" y="2917825"/>
            <a:ext cx="903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目录</a:t>
            </a:r>
          </a:p>
        </p:txBody>
      </p:sp>
      <p:sp>
        <p:nvSpPr>
          <p:cNvPr id="15367" name="文本框 16">
            <a:extLst>
              <a:ext uri="{FF2B5EF4-FFF2-40B4-BE49-F238E27FC236}">
                <a16:creationId xmlns:a16="http://schemas.microsoft.com/office/drawing/2014/main" id="{3F488382-C34A-BF4B-87B9-216241516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5838" y="2903538"/>
            <a:ext cx="3762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1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EDBD79D-6D6F-F249-BAE5-8BE3C133BC90}"/>
              </a:ext>
            </a:extLst>
          </p:cNvPr>
          <p:cNvSpPr txBox="1"/>
          <p:nvPr/>
        </p:nvSpPr>
        <p:spPr>
          <a:xfrm>
            <a:off x="3984625" y="2970213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rgbClr val="404040"/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研究背景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C237E11-7E76-2647-A023-3D3AD19B70EE}"/>
              </a:ext>
            </a:extLst>
          </p:cNvPr>
          <p:cNvCxnSpPr/>
          <p:nvPr/>
        </p:nvCxnSpPr>
        <p:spPr>
          <a:xfrm flipH="1">
            <a:off x="3736975" y="3082925"/>
            <a:ext cx="246063" cy="246063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0" name="文本框 20">
            <a:extLst>
              <a:ext uri="{FF2B5EF4-FFF2-40B4-BE49-F238E27FC236}">
                <a16:creationId xmlns:a16="http://schemas.microsoft.com/office/drawing/2014/main" id="{EA26D664-D035-4A4A-8BD1-A23A81AC1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1713" y="2913063"/>
            <a:ext cx="37782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2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92A9856-FF90-3547-8D05-6502898621E7}"/>
              </a:ext>
            </a:extLst>
          </p:cNvPr>
          <p:cNvSpPr txBox="1"/>
          <p:nvPr/>
        </p:nvSpPr>
        <p:spPr>
          <a:xfrm>
            <a:off x="6570663" y="2995613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rgbClr val="404040"/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相关工作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BC6B91E-F085-A945-A461-A6D88A52F6E7}"/>
              </a:ext>
            </a:extLst>
          </p:cNvPr>
          <p:cNvCxnSpPr/>
          <p:nvPr/>
        </p:nvCxnSpPr>
        <p:spPr>
          <a:xfrm flipH="1">
            <a:off x="6324600" y="3082925"/>
            <a:ext cx="246063" cy="246063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3" name="文本框 23">
            <a:extLst>
              <a:ext uri="{FF2B5EF4-FFF2-40B4-BE49-F238E27FC236}">
                <a16:creationId xmlns:a16="http://schemas.microsoft.com/office/drawing/2014/main" id="{34AB2B75-C361-F94D-9AD9-846664F310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5838" y="3482975"/>
            <a:ext cx="3762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3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EBBFD9E-293B-5A45-A1E4-F9EAAFCAA68B}"/>
              </a:ext>
            </a:extLst>
          </p:cNvPr>
          <p:cNvSpPr txBox="1"/>
          <p:nvPr/>
        </p:nvSpPr>
        <p:spPr>
          <a:xfrm>
            <a:off x="3984625" y="3549650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rgbClr val="404040"/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研究方案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762EEDF-2748-CD4F-889A-5C77D8F92889}"/>
              </a:ext>
            </a:extLst>
          </p:cNvPr>
          <p:cNvCxnSpPr/>
          <p:nvPr/>
        </p:nvCxnSpPr>
        <p:spPr>
          <a:xfrm flipH="1">
            <a:off x="3736975" y="3662363"/>
            <a:ext cx="246063" cy="246062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6" name="文本框 26">
            <a:extLst>
              <a:ext uri="{FF2B5EF4-FFF2-40B4-BE49-F238E27FC236}">
                <a16:creationId xmlns:a16="http://schemas.microsoft.com/office/drawing/2014/main" id="{FC4CFD95-E2D4-1845-A986-657FE26E2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1713" y="3492500"/>
            <a:ext cx="3778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4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F83E7C4-AB22-7147-BAA9-3592B597DD68}"/>
              </a:ext>
            </a:extLst>
          </p:cNvPr>
          <p:cNvSpPr txBox="1"/>
          <p:nvPr/>
        </p:nvSpPr>
        <p:spPr>
          <a:xfrm>
            <a:off x="6570663" y="3575050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rgbClr val="404040"/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研究基础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C431E9C-A907-3642-8C38-F026B02AE050}"/>
              </a:ext>
            </a:extLst>
          </p:cNvPr>
          <p:cNvCxnSpPr/>
          <p:nvPr/>
        </p:nvCxnSpPr>
        <p:spPr>
          <a:xfrm flipH="1">
            <a:off x="6324600" y="3662363"/>
            <a:ext cx="246063" cy="246062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9" name="文本框 29">
            <a:extLst>
              <a:ext uri="{FF2B5EF4-FFF2-40B4-BE49-F238E27FC236}">
                <a16:creationId xmlns:a16="http://schemas.microsoft.com/office/drawing/2014/main" id="{91AC264C-31D1-CC47-9147-4978F8B82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5838" y="4056063"/>
            <a:ext cx="37623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5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67154B-D0D9-E040-AEC5-6C7096B75104}"/>
              </a:ext>
            </a:extLst>
          </p:cNvPr>
          <p:cNvSpPr txBox="1"/>
          <p:nvPr/>
        </p:nvSpPr>
        <p:spPr>
          <a:xfrm>
            <a:off x="3984625" y="4122738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rgbClr val="404040"/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预期成果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2D4B23DC-FFE0-FA44-8CC0-FF4D627241DC}"/>
              </a:ext>
            </a:extLst>
          </p:cNvPr>
          <p:cNvCxnSpPr/>
          <p:nvPr/>
        </p:nvCxnSpPr>
        <p:spPr>
          <a:xfrm flipH="1">
            <a:off x="3736975" y="4235450"/>
            <a:ext cx="246063" cy="247650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82" name="文本框 32">
            <a:extLst>
              <a:ext uri="{FF2B5EF4-FFF2-40B4-BE49-F238E27FC236}">
                <a16:creationId xmlns:a16="http://schemas.microsoft.com/office/drawing/2014/main" id="{12FD0317-B19D-1B47-A35B-9FDD6DFF2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1713" y="4067175"/>
            <a:ext cx="3778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6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D094B6A-1A7A-E14E-9055-100DBD3DECE4}"/>
              </a:ext>
            </a:extLst>
          </p:cNvPr>
          <p:cNvSpPr txBox="1"/>
          <p:nvPr/>
        </p:nvSpPr>
        <p:spPr>
          <a:xfrm>
            <a:off x="6570663" y="4148138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rgbClr val="404040"/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进度安排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1BA3F7AD-0A9C-8D45-AFFE-CF0536952545}"/>
              </a:ext>
            </a:extLst>
          </p:cNvPr>
          <p:cNvCxnSpPr/>
          <p:nvPr/>
        </p:nvCxnSpPr>
        <p:spPr>
          <a:xfrm flipH="1">
            <a:off x="6324600" y="4235450"/>
            <a:ext cx="246063" cy="247650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椭圆 16">
            <a:extLst>
              <a:ext uri="{FF2B5EF4-FFF2-40B4-BE49-F238E27FC236}">
                <a16:creationId xmlns:a16="http://schemas.microsoft.com/office/drawing/2014/main" id="{A4389489-10C8-EB44-9A3C-83AD9FBAA506}"/>
              </a:ext>
            </a:extLst>
          </p:cNvPr>
          <p:cNvSpPr/>
          <p:nvPr/>
        </p:nvSpPr>
        <p:spPr>
          <a:xfrm>
            <a:off x="8370888" y="6346825"/>
            <a:ext cx="288925" cy="287338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37" name="椭圆 17">
            <a:extLst>
              <a:ext uri="{FF2B5EF4-FFF2-40B4-BE49-F238E27FC236}">
                <a16:creationId xmlns:a16="http://schemas.microsoft.com/office/drawing/2014/main" id="{B992145A-DFF4-D34E-96E0-904673E1C243}"/>
              </a:ext>
            </a:extLst>
          </p:cNvPr>
          <p:cNvSpPr/>
          <p:nvPr/>
        </p:nvSpPr>
        <p:spPr>
          <a:xfrm>
            <a:off x="8691563" y="6029325"/>
            <a:ext cx="288925" cy="2889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50D19F5-6D66-A049-8F89-CACAF6E38A2D}"/>
              </a:ext>
            </a:extLst>
          </p:cNvPr>
          <p:cNvCxnSpPr/>
          <p:nvPr/>
        </p:nvCxnSpPr>
        <p:spPr>
          <a:xfrm>
            <a:off x="3278188" y="2995613"/>
            <a:ext cx="0" cy="154622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C412CA0D-3C3F-704C-9FAE-0D29CDFEDD31}"/>
              </a:ext>
            </a:extLst>
          </p:cNvPr>
          <p:cNvSpPr/>
          <p:nvPr/>
        </p:nvSpPr>
        <p:spPr>
          <a:xfrm>
            <a:off x="-14288" y="0"/>
            <a:ext cx="9158288" cy="1203325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5362" name="图片 39">
            <a:extLst>
              <a:ext uri="{FF2B5EF4-FFF2-40B4-BE49-F238E27FC236}">
                <a16:creationId xmlns:a16="http://schemas.microsoft.com/office/drawing/2014/main" id="{6E217534-5257-1143-A9DD-3ACCE8824D0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702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EA63D7EB-5348-3147-AAFB-37B7F1EE7804}"/>
              </a:ext>
            </a:extLst>
          </p:cNvPr>
          <p:cNvSpPr txBox="1"/>
          <p:nvPr/>
        </p:nvSpPr>
        <p:spPr>
          <a:xfrm>
            <a:off x="163513" y="3082925"/>
            <a:ext cx="3124200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chemeClr val="bg1">
                    <a:lumMod val="6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CONTENTS</a:t>
            </a:r>
            <a:endParaRPr lang="zh-CN" altLang="en-US" sz="3600" b="1" dirty="0">
              <a:solidFill>
                <a:schemeClr val="bg1">
                  <a:lumMod val="6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15364" name="组合 42">
            <a:extLst>
              <a:ext uri="{FF2B5EF4-FFF2-40B4-BE49-F238E27FC236}">
                <a16:creationId xmlns:a16="http://schemas.microsoft.com/office/drawing/2014/main" id="{766F1DE4-EE6A-E14D-B001-C3A876F6EA01}"/>
              </a:ext>
            </a:extLst>
          </p:cNvPr>
          <p:cNvGrpSpPr>
            <a:grpSpLocks/>
          </p:cNvGrpSpPr>
          <p:nvPr/>
        </p:nvGrpSpPr>
        <p:grpSpPr bwMode="auto">
          <a:xfrm>
            <a:off x="0" y="1304925"/>
            <a:ext cx="9144000" cy="57150"/>
            <a:chOff x="30834" y="1305568"/>
            <a:chExt cx="8816454" cy="66133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A377500-0460-0E47-824F-3A5F4C28D796}"/>
                </a:ext>
              </a:extLst>
            </p:cNvPr>
            <p:cNvSpPr/>
            <p:nvPr/>
          </p:nvSpPr>
          <p:spPr>
            <a:xfrm>
              <a:off x="30834" y="1305568"/>
              <a:ext cx="5799574" cy="6613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E532542-E447-004A-82E9-601E85E581D3}"/>
                </a:ext>
              </a:extLst>
            </p:cNvPr>
            <p:cNvSpPr/>
            <p:nvPr/>
          </p:nvSpPr>
          <p:spPr>
            <a:xfrm>
              <a:off x="5887041" y="1305568"/>
              <a:ext cx="2960247" cy="66133"/>
            </a:xfrm>
            <a:prstGeom prst="rect">
              <a:avLst/>
            </a:prstGeom>
            <a:solidFill>
              <a:srgbClr val="5C30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14DFE66-49BF-D346-A813-312FB74FDC5E}"/>
              </a:ext>
            </a:extLst>
          </p:cNvPr>
          <p:cNvCxnSpPr/>
          <p:nvPr/>
        </p:nvCxnSpPr>
        <p:spPr>
          <a:xfrm>
            <a:off x="4572000" y="6627813"/>
            <a:ext cx="408781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6" name="文本框 11">
            <a:extLst>
              <a:ext uri="{FF2B5EF4-FFF2-40B4-BE49-F238E27FC236}">
                <a16:creationId xmlns:a16="http://schemas.microsoft.com/office/drawing/2014/main" id="{D458A4B2-2ECA-604C-AF6B-C96FD073C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0900" y="2917825"/>
            <a:ext cx="903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目录</a:t>
            </a:r>
          </a:p>
        </p:txBody>
      </p:sp>
      <p:sp>
        <p:nvSpPr>
          <p:cNvPr id="15367" name="文本框 16">
            <a:extLst>
              <a:ext uri="{FF2B5EF4-FFF2-40B4-BE49-F238E27FC236}">
                <a16:creationId xmlns:a16="http://schemas.microsoft.com/office/drawing/2014/main" id="{3F488382-C34A-BF4B-87B9-216241516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5838" y="2903538"/>
            <a:ext cx="3762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1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EDBD79D-6D6F-F249-BAE5-8BE3C133BC90}"/>
              </a:ext>
            </a:extLst>
          </p:cNvPr>
          <p:cNvSpPr txBox="1"/>
          <p:nvPr/>
        </p:nvSpPr>
        <p:spPr>
          <a:xfrm>
            <a:off x="3984625" y="2970213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rgbClr val="404040"/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研究背景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C237E11-7E76-2647-A023-3D3AD19B70EE}"/>
              </a:ext>
            </a:extLst>
          </p:cNvPr>
          <p:cNvCxnSpPr/>
          <p:nvPr/>
        </p:nvCxnSpPr>
        <p:spPr>
          <a:xfrm flipH="1">
            <a:off x="3736975" y="3082925"/>
            <a:ext cx="246063" cy="246063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0" name="文本框 20">
            <a:extLst>
              <a:ext uri="{FF2B5EF4-FFF2-40B4-BE49-F238E27FC236}">
                <a16:creationId xmlns:a16="http://schemas.microsoft.com/office/drawing/2014/main" id="{EA26D664-D035-4A4A-8BD1-A23A81AC1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1713" y="2913063"/>
            <a:ext cx="37782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2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92A9856-FF90-3547-8D05-6502898621E7}"/>
              </a:ext>
            </a:extLst>
          </p:cNvPr>
          <p:cNvSpPr txBox="1"/>
          <p:nvPr/>
        </p:nvSpPr>
        <p:spPr>
          <a:xfrm>
            <a:off x="6570663" y="2995613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相关工作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BC6B91E-F085-A945-A461-A6D88A52F6E7}"/>
              </a:ext>
            </a:extLst>
          </p:cNvPr>
          <p:cNvCxnSpPr/>
          <p:nvPr/>
        </p:nvCxnSpPr>
        <p:spPr>
          <a:xfrm flipH="1">
            <a:off x="6324600" y="3082925"/>
            <a:ext cx="246063" cy="246063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3" name="文本框 23">
            <a:extLst>
              <a:ext uri="{FF2B5EF4-FFF2-40B4-BE49-F238E27FC236}">
                <a16:creationId xmlns:a16="http://schemas.microsoft.com/office/drawing/2014/main" id="{34AB2B75-C361-F94D-9AD9-846664F310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5838" y="3482975"/>
            <a:ext cx="3762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3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EBBFD9E-293B-5A45-A1E4-F9EAAFCAA68B}"/>
              </a:ext>
            </a:extLst>
          </p:cNvPr>
          <p:cNvSpPr txBox="1"/>
          <p:nvPr/>
        </p:nvSpPr>
        <p:spPr>
          <a:xfrm>
            <a:off x="3984625" y="3549650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研究方案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762EEDF-2748-CD4F-889A-5C77D8F92889}"/>
              </a:ext>
            </a:extLst>
          </p:cNvPr>
          <p:cNvCxnSpPr/>
          <p:nvPr/>
        </p:nvCxnSpPr>
        <p:spPr>
          <a:xfrm flipH="1">
            <a:off x="3736975" y="3662363"/>
            <a:ext cx="246063" cy="246062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6" name="文本框 26">
            <a:extLst>
              <a:ext uri="{FF2B5EF4-FFF2-40B4-BE49-F238E27FC236}">
                <a16:creationId xmlns:a16="http://schemas.microsoft.com/office/drawing/2014/main" id="{FC4CFD95-E2D4-1845-A986-657FE26E2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1713" y="3492500"/>
            <a:ext cx="3778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4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F83E7C4-AB22-7147-BAA9-3592B597DD68}"/>
              </a:ext>
            </a:extLst>
          </p:cNvPr>
          <p:cNvSpPr txBox="1"/>
          <p:nvPr/>
        </p:nvSpPr>
        <p:spPr>
          <a:xfrm>
            <a:off x="6570663" y="3575050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研究基础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C431E9C-A907-3642-8C38-F026B02AE050}"/>
              </a:ext>
            </a:extLst>
          </p:cNvPr>
          <p:cNvCxnSpPr/>
          <p:nvPr/>
        </p:nvCxnSpPr>
        <p:spPr>
          <a:xfrm flipH="1">
            <a:off x="6324600" y="3662363"/>
            <a:ext cx="246063" cy="246062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9" name="文本框 29">
            <a:extLst>
              <a:ext uri="{FF2B5EF4-FFF2-40B4-BE49-F238E27FC236}">
                <a16:creationId xmlns:a16="http://schemas.microsoft.com/office/drawing/2014/main" id="{91AC264C-31D1-CC47-9147-4978F8B82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5838" y="4056063"/>
            <a:ext cx="37623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5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67154B-D0D9-E040-AEC5-6C7096B75104}"/>
              </a:ext>
            </a:extLst>
          </p:cNvPr>
          <p:cNvSpPr txBox="1"/>
          <p:nvPr/>
        </p:nvSpPr>
        <p:spPr>
          <a:xfrm>
            <a:off x="3984625" y="4122738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预期成果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2D4B23DC-FFE0-FA44-8CC0-FF4D627241DC}"/>
              </a:ext>
            </a:extLst>
          </p:cNvPr>
          <p:cNvCxnSpPr/>
          <p:nvPr/>
        </p:nvCxnSpPr>
        <p:spPr>
          <a:xfrm flipH="1">
            <a:off x="3736975" y="4235450"/>
            <a:ext cx="246063" cy="247650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82" name="文本框 32">
            <a:extLst>
              <a:ext uri="{FF2B5EF4-FFF2-40B4-BE49-F238E27FC236}">
                <a16:creationId xmlns:a16="http://schemas.microsoft.com/office/drawing/2014/main" id="{12FD0317-B19D-1B47-A35B-9FDD6DFF2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1713" y="4067175"/>
            <a:ext cx="3778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6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D094B6A-1A7A-E14E-9055-100DBD3DECE4}"/>
              </a:ext>
            </a:extLst>
          </p:cNvPr>
          <p:cNvSpPr txBox="1"/>
          <p:nvPr/>
        </p:nvSpPr>
        <p:spPr>
          <a:xfrm>
            <a:off x="6570663" y="4148138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进度安排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1BA3F7AD-0A9C-8D45-AFFE-CF0536952545}"/>
              </a:ext>
            </a:extLst>
          </p:cNvPr>
          <p:cNvCxnSpPr/>
          <p:nvPr/>
        </p:nvCxnSpPr>
        <p:spPr>
          <a:xfrm flipH="1">
            <a:off x="6324600" y="4235450"/>
            <a:ext cx="246063" cy="247650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椭圆 16">
            <a:extLst>
              <a:ext uri="{FF2B5EF4-FFF2-40B4-BE49-F238E27FC236}">
                <a16:creationId xmlns:a16="http://schemas.microsoft.com/office/drawing/2014/main" id="{A4389489-10C8-EB44-9A3C-83AD9FBAA506}"/>
              </a:ext>
            </a:extLst>
          </p:cNvPr>
          <p:cNvSpPr/>
          <p:nvPr/>
        </p:nvSpPr>
        <p:spPr>
          <a:xfrm>
            <a:off x="8370888" y="6346825"/>
            <a:ext cx="288925" cy="287338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37" name="椭圆 17">
            <a:extLst>
              <a:ext uri="{FF2B5EF4-FFF2-40B4-BE49-F238E27FC236}">
                <a16:creationId xmlns:a16="http://schemas.microsoft.com/office/drawing/2014/main" id="{B992145A-DFF4-D34E-96E0-904673E1C243}"/>
              </a:ext>
            </a:extLst>
          </p:cNvPr>
          <p:cNvSpPr/>
          <p:nvPr/>
        </p:nvSpPr>
        <p:spPr>
          <a:xfrm>
            <a:off x="8691563" y="6029325"/>
            <a:ext cx="288925" cy="2889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50D19F5-6D66-A049-8F89-CACAF6E38A2D}"/>
              </a:ext>
            </a:extLst>
          </p:cNvPr>
          <p:cNvCxnSpPr/>
          <p:nvPr/>
        </p:nvCxnSpPr>
        <p:spPr>
          <a:xfrm>
            <a:off x="3278188" y="2995613"/>
            <a:ext cx="0" cy="154622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2452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F5C9EF40-E121-CA4B-91E9-3487BC247C72}"/>
              </a:ext>
            </a:extLst>
          </p:cNvPr>
          <p:cNvSpPr txBox="1"/>
          <p:nvPr/>
        </p:nvSpPr>
        <p:spPr>
          <a:xfrm>
            <a:off x="766763" y="1392238"/>
            <a:ext cx="203132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 dirty="0">
                <a:solidFill>
                  <a:srgbClr val="404040"/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研究背景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E0EFC0-5800-FB4E-8BF7-E5292CAC76C8}"/>
              </a:ext>
            </a:extLst>
          </p:cNvPr>
          <p:cNvSpPr/>
          <p:nvPr/>
        </p:nvSpPr>
        <p:spPr>
          <a:xfrm rot="10800000">
            <a:off x="477838" y="1571625"/>
            <a:ext cx="288925" cy="287338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grpSp>
        <p:nvGrpSpPr>
          <p:cNvPr id="16388" name="组合 6">
            <a:extLst>
              <a:ext uri="{FF2B5EF4-FFF2-40B4-BE49-F238E27FC236}">
                <a16:creationId xmlns:a16="http://schemas.microsoft.com/office/drawing/2014/main" id="{E4AF3461-DD26-3C44-A949-D324F73A7B36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2782888" y="1571625"/>
            <a:ext cx="647700" cy="287338"/>
            <a:chOff x="1483073" y="1052736"/>
            <a:chExt cx="648072" cy="28803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C12D2F2-F58B-E241-A34D-A83CD8FF7FCD}"/>
                </a:ext>
              </a:extLst>
            </p:cNvPr>
            <p:cNvSpPr/>
            <p:nvPr/>
          </p:nvSpPr>
          <p:spPr>
            <a:xfrm>
              <a:off x="1484662" y="1052736"/>
              <a:ext cx="287502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F5D0DA24-2EBE-5542-BB63-28C20D476ECB}"/>
                </a:ext>
              </a:extLst>
            </p:cNvPr>
            <p:cNvSpPr/>
            <p:nvPr/>
          </p:nvSpPr>
          <p:spPr>
            <a:xfrm>
              <a:off x="1845231" y="1052736"/>
              <a:ext cx="287503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华文楷体" panose="02010600040101010101" pitchFamily="2" charset="-122"/>
              </a:endParaRPr>
            </a:p>
          </p:txBody>
        </p:sp>
      </p:grpSp>
      <p:sp>
        <p:nvSpPr>
          <p:cNvPr id="10" name="TextBox 6">
            <a:extLst>
              <a:ext uri="{FF2B5EF4-FFF2-40B4-BE49-F238E27FC236}">
                <a16:creationId xmlns:a16="http://schemas.microsoft.com/office/drawing/2014/main" id="{E369962E-8340-B244-B63B-B36E7AF4C3F7}"/>
              </a:ext>
            </a:extLst>
          </p:cNvPr>
          <p:cNvSpPr txBox="1"/>
          <p:nvPr/>
        </p:nvSpPr>
        <p:spPr>
          <a:xfrm>
            <a:off x="813350" y="2035593"/>
            <a:ext cx="776482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>
              <a:solidFill>
                <a:srgbClr val="5C307D"/>
              </a:solidFill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>
              <a:solidFill>
                <a:srgbClr val="5C307D"/>
              </a:solidFill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800" b="1" dirty="0">
              <a:solidFill>
                <a:srgbClr val="5C307D"/>
              </a:solidFill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000" b="1" dirty="0">
              <a:solidFill>
                <a:srgbClr val="5C307D"/>
              </a:solidFill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D0272F9-3619-6144-8813-F7032D751B0D}"/>
              </a:ext>
            </a:extLst>
          </p:cNvPr>
          <p:cNvCxnSpPr/>
          <p:nvPr/>
        </p:nvCxnSpPr>
        <p:spPr>
          <a:xfrm>
            <a:off x="8848725" y="1514475"/>
            <a:ext cx="0" cy="1524000"/>
          </a:xfrm>
          <a:prstGeom prst="line">
            <a:avLst/>
          </a:prstGeom>
          <a:ln w="38100"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C4C40107-02DC-B04C-A414-F6968926E6CE}"/>
              </a:ext>
            </a:extLst>
          </p:cNvPr>
          <p:cNvCxnSpPr/>
          <p:nvPr/>
        </p:nvCxnSpPr>
        <p:spPr>
          <a:xfrm>
            <a:off x="690563" y="6627813"/>
            <a:ext cx="79692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16">
            <a:extLst>
              <a:ext uri="{FF2B5EF4-FFF2-40B4-BE49-F238E27FC236}">
                <a16:creationId xmlns:a16="http://schemas.microsoft.com/office/drawing/2014/main" id="{B52FA208-94B3-E440-BF6A-616F10DA4FA6}"/>
              </a:ext>
            </a:extLst>
          </p:cNvPr>
          <p:cNvSpPr/>
          <p:nvPr/>
        </p:nvSpPr>
        <p:spPr>
          <a:xfrm>
            <a:off x="8370888" y="6346825"/>
            <a:ext cx="288925" cy="287338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37" name="椭圆 17">
            <a:extLst>
              <a:ext uri="{FF2B5EF4-FFF2-40B4-BE49-F238E27FC236}">
                <a16:creationId xmlns:a16="http://schemas.microsoft.com/office/drawing/2014/main" id="{F33E9679-1456-CC44-B82E-D1C8AF5A6DC8}"/>
              </a:ext>
            </a:extLst>
          </p:cNvPr>
          <p:cNvSpPr/>
          <p:nvPr/>
        </p:nvSpPr>
        <p:spPr>
          <a:xfrm>
            <a:off x="8691563" y="6029325"/>
            <a:ext cx="288925" cy="2889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A1139DE-DABD-ED4C-9770-3BB746726E50}"/>
              </a:ext>
            </a:extLst>
          </p:cNvPr>
          <p:cNvSpPr/>
          <p:nvPr/>
        </p:nvSpPr>
        <p:spPr>
          <a:xfrm>
            <a:off x="-14288" y="0"/>
            <a:ext cx="9158288" cy="1203325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6398" name="图片 38">
            <a:extLst>
              <a:ext uri="{FF2B5EF4-FFF2-40B4-BE49-F238E27FC236}">
                <a16:creationId xmlns:a16="http://schemas.microsoft.com/office/drawing/2014/main" id="{72B34290-EE65-FA49-9495-06D696D95A0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702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399" name="组合 39">
            <a:extLst>
              <a:ext uri="{FF2B5EF4-FFF2-40B4-BE49-F238E27FC236}">
                <a16:creationId xmlns:a16="http://schemas.microsoft.com/office/drawing/2014/main" id="{5DC9A9CD-3DA5-524B-867E-A54E7B36F074}"/>
              </a:ext>
            </a:extLst>
          </p:cNvPr>
          <p:cNvGrpSpPr>
            <a:grpSpLocks/>
          </p:cNvGrpSpPr>
          <p:nvPr/>
        </p:nvGrpSpPr>
        <p:grpSpPr bwMode="auto">
          <a:xfrm>
            <a:off x="0" y="1304925"/>
            <a:ext cx="9144000" cy="57150"/>
            <a:chOff x="30834" y="1305568"/>
            <a:chExt cx="8816454" cy="66133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89DC3522-C5D6-B04B-B1D2-91B43A8A662E}"/>
                </a:ext>
              </a:extLst>
            </p:cNvPr>
            <p:cNvSpPr/>
            <p:nvPr/>
          </p:nvSpPr>
          <p:spPr>
            <a:xfrm>
              <a:off x="30834" y="1305568"/>
              <a:ext cx="5799574" cy="6613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C79D554A-23B7-9E41-B57F-3060CA936641}"/>
                </a:ext>
              </a:extLst>
            </p:cNvPr>
            <p:cNvSpPr/>
            <p:nvPr/>
          </p:nvSpPr>
          <p:spPr>
            <a:xfrm>
              <a:off x="5887041" y="1305568"/>
              <a:ext cx="2960247" cy="66133"/>
            </a:xfrm>
            <a:prstGeom prst="rect">
              <a:avLst/>
            </a:prstGeom>
            <a:solidFill>
              <a:srgbClr val="5C30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C412CA0D-3C3F-704C-9FAE-0D29CDFEDD31}"/>
              </a:ext>
            </a:extLst>
          </p:cNvPr>
          <p:cNvSpPr/>
          <p:nvPr/>
        </p:nvSpPr>
        <p:spPr>
          <a:xfrm>
            <a:off x="-14288" y="0"/>
            <a:ext cx="9158288" cy="1203325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5362" name="图片 39">
            <a:extLst>
              <a:ext uri="{FF2B5EF4-FFF2-40B4-BE49-F238E27FC236}">
                <a16:creationId xmlns:a16="http://schemas.microsoft.com/office/drawing/2014/main" id="{6E217534-5257-1143-A9DD-3ACCE8824D0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702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EA63D7EB-5348-3147-AAFB-37B7F1EE7804}"/>
              </a:ext>
            </a:extLst>
          </p:cNvPr>
          <p:cNvSpPr txBox="1"/>
          <p:nvPr/>
        </p:nvSpPr>
        <p:spPr>
          <a:xfrm>
            <a:off x="163513" y="3082925"/>
            <a:ext cx="3124200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chemeClr val="bg1">
                    <a:lumMod val="6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CONTENTS</a:t>
            </a:r>
            <a:endParaRPr lang="zh-CN" altLang="en-US" sz="3600" b="1" dirty="0">
              <a:solidFill>
                <a:schemeClr val="bg1">
                  <a:lumMod val="6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15364" name="组合 42">
            <a:extLst>
              <a:ext uri="{FF2B5EF4-FFF2-40B4-BE49-F238E27FC236}">
                <a16:creationId xmlns:a16="http://schemas.microsoft.com/office/drawing/2014/main" id="{766F1DE4-EE6A-E14D-B001-C3A876F6EA01}"/>
              </a:ext>
            </a:extLst>
          </p:cNvPr>
          <p:cNvGrpSpPr>
            <a:grpSpLocks/>
          </p:cNvGrpSpPr>
          <p:nvPr/>
        </p:nvGrpSpPr>
        <p:grpSpPr bwMode="auto">
          <a:xfrm>
            <a:off x="0" y="1304925"/>
            <a:ext cx="9144000" cy="57150"/>
            <a:chOff x="30834" y="1305568"/>
            <a:chExt cx="8816454" cy="66133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A377500-0460-0E47-824F-3A5F4C28D796}"/>
                </a:ext>
              </a:extLst>
            </p:cNvPr>
            <p:cNvSpPr/>
            <p:nvPr/>
          </p:nvSpPr>
          <p:spPr>
            <a:xfrm>
              <a:off x="30834" y="1305568"/>
              <a:ext cx="5799574" cy="6613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E532542-E447-004A-82E9-601E85E581D3}"/>
                </a:ext>
              </a:extLst>
            </p:cNvPr>
            <p:cNvSpPr/>
            <p:nvPr/>
          </p:nvSpPr>
          <p:spPr>
            <a:xfrm>
              <a:off x="5887041" y="1305568"/>
              <a:ext cx="2960247" cy="66133"/>
            </a:xfrm>
            <a:prstGeom prst="rect">
              <a:avLst/>
            </a:prstGeom>
            <a:solidFill>
              <a:srgbClr val="5C30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14DFE66-49BF-D346-A813-312FB74FDC5E}"/>
              </a:ext>
            </a:extLst>
          </p:cNvPr>
          <p:cNvCxnSpPr/>
          <p:nvPr/>
        </p:nvCxnSpPr>
        <p:spPr>
          <a:xfrm>
            <a:off x="4572000" y="6627813"/>
            <a:ext cx="408781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6" name="文本框 11">
            <a:extLst>
              <a:ext uri="{FF2B5EF4-FFF2-40B4-BE49-F238E27FC236}">
                <a16:creationId xmlns:a16="http://schemas.microsoft.com/office/drawing/2014/main" id="{D458A4B2-2ECA-604C-AF6B-C96FD073C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0900" y="2917825"/>
            <a:ext cx="903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目录</a:t>
            </a:r>
          </a:p>
        </p:txBody>
      </p:sp>
      <p:sp>
        <p:nvSpPr>
          <p:cNvPr id="15367" name="文本框 16">
            <a:extLst>
              <a:ext uri="{FF2B5EF4-FFF2-40B4-BE49-F238E27FC236}">
                <a16:creationId xmlns:a16="http://schemas.microsoft.com/office/drawing/2014/main" id="{3F488382-C34A-BF4B-87B9-216241516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5838" y="2903538"/>
            <a:ext cx="3762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1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EDBD79D-6D6F-F249-BAE5-8BE3C133BC90}"/>
              </a:ext>
            </a:extLst>
          </p:cNvPr>
          <p:cNvSpPr txBox="1"/>
          <p:nvPr/>
        </p:nvSpPr>
        <p:spPr>
          <a:xfrm>
            <a:off x="3984625" y="2970213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研究背景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C237E11-7E76-2647-A023-3D3AD19B70EE}"/>
              </a:ext>
            </a:extLst>
          </p:cNvPr>
          <p:cNvCxnSpPr/>
          <p:nvPr/>
        </p:nvCxnSpPr>
        <p:spPr>
          <a:xfrm flipH="1">
            <a:off x="3736975" y="3082925"/>
            <a:ext cx="246063" cy="246063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0" name="文本框 20">
            <a:extLst>
              <a:ext uri="{FF2B5EF4-FFF2-40B4-BE49-F238E27FC236}">
                <a16:creationId xmlns:a16="http://schemas.microsoft.com/office/drawing/2014/main" id="{EA26D664-D035-4A4A-8BD1-A23A81AC1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1713" y="2913063"/>
            <a:ext cx="37782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2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92A9856-FF90-3547-8D05-6502898621E7}"/>
              </a:ext>
            </a:extLst>
          </p:cNvPr>
          <p:cNvSpPr txBox="1"/>
          <p:nvPr/>
        </p:nvSpPr>
        <p:spPr>
          <a:xfrm>
            <a:off x="6570663" y="2995613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ea typeface="华文楷体" panose="02010600040101010101" pitchFamily="2" charset="-122"/>
                <a:cs typeface="华文楷体" panose="02010600040101010101" pitchFamily="2" charset="-122"/>
              </a:rPr>
              <a:t>相关工作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BC6B91E-F085-A945-A461-A6D88A52F6E7}"/>
              </a:ext>
            </a:extLst>
          </p:cNvPr>
          <p:cNvCxnSpPr/>
          <p:nvPr/>
        </p:nvCxnSpPr>
        <p:spPr>
          <a:xfrm flipH="1">
            <a:off x="6324600" y="3082925"/>
            <a:ext cx="246063" cy="246063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3" name="文本框 23">
            <a:extLst>
              <a:ext uri="{FF2B5EF4-FFF2-40B4-BE49-F238E27FC236}">
                <a16:creationId xmlns:a16="http://schemas.microsoft.com/office/drawing/2014/main" id="{34AB2B75-C361-F94D-9AD9-846664F310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5838" y="3482975"/>
            <a:ext cx="3762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3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EBBFD9E-293B-5A45-A1E4-F9EAAFCAA68B}"/>
              </a:ext>
            </a:extLst>
          </p:cNvPr>
          <p:cNvSpPr txBox="1"/>
          <p:nvPr/>
        </p:nvSpPr>
        <p:spPr>
          <a:xfrm>
            <a:off x="3984625" y="3549650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研究方案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762EEDF-2748-CD4F-889A-5C77D8F92889}"/>
              </a:ext>
            </a:extLst>
          </p:cNvPr>
          <p:cNvCxnSpPr/>
          <p:nvPr/>
        </p:nvCxnSpPr>
        <p:spPr>
          <a:xfrm flipH="1">
            <a:off x="3736975" y="3662363"/>
            <a:ext cx="246063" cy="246062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6" name="文本框 26">
            <a:extLst>
              <a:ext uri="{FF2B5EF4-FFF2-40B4-BE49-F238E27FC236}">
                <a16:creationId xmlns:a16="http://schemas.microsoft.com/office/drawing/2014/main" id="{FC4CFD95-E2D4-1845-A986-657FE26E2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1713" y="3492500"/>
            <a:ext cx="3778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4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F83E7C4-AB22-7147-BAA9-3592B597DD68}"/>
              </a:ext>
            </a:extLst>
          </p:cNvPr>
          <p:cNvSpPr txBox="1"/>
          <p:nvPr/>
        </p:nvSpPr>
        <p:spPr>
          <a:xfrm>
            <a:off x="6570663" y="3575050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研究基础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C431E9C-A907-3642-8C38-F026B02AE050}"/>
              </a:ext>
            </a:extLst>
          </p:cNvPr>
          <p:cNvCxnSpPr/>
          <p:nvPr/>
        </p:nvCxnSpPr>
        <p:spPr>
          <a:xfrm flipH="1">
            <a:off x="6324600" y="3662363"/>
            <a:ext cx="246063" cy="246062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9" name="文本框 29">
            <a:extLst>
              <a:ext uri="{FF2B5EF4-FFF2-40B4-BE49-F238E27FC236}">
                <a16:creationId xmlns:a16="http://schemas.microsoft.com/office/drawing/2014/main" id="{91AC264C-31D1-CC47-9147-4978F8B82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5838" y="4056063"/>
            <a:ext cx="37623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5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67154B-D0D9-E040-AEC5-6C7096B75104}"/>
              </a:ext>
            </a:extLst>
          </p:cNvPr>
          <p:cNvSpPr txBox="1"/>
          <p:nvPr/>
        </p:nvSpPr>
        <p:spPr>
          <a:xfrm>
            <a:off x="3984625" y="4122738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预期成果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2D4B23DC-FFE0-FA44-8CC0-FF4D627241DC}"/>
              </a:ext>
            </a:extLst>
          </p:cNvPr>
          <p:cNvCxnSpPr/>
          <p:nvPr/>
        </p:nvCxnSpPr>
        <p:spPr>
          <a:xfrm flipH="1">
            <a:off x="3736975" y="4235450"/>
            <a:ext cx="246063" cy="247650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82" name="文本框 32">
            <a:extLst>
              <a:ext uri="{FF2B5EF4-FFF2-40B4-BE49-F238E27FC236}">
                <a16:creationId xmlns:a16="http://schemas.microsoft.com/office/drawing/2014/main" id="{12FD0317-B19D-1B47-A35B-9FDD6DFF2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1713" y="4067175"/>
            <a:ext cx="3778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6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D094B6A-1A7A-E14E-9055-100DBD3DECE4}"/>
              </a:ext>
            </a:extLst>
          </p:cNvPr>
          <p:cNvSpPr txBox="1"/>
          <p:nvPr/>
        </p:nvSpPr>
        <p:spPr>
          <a:xfrm>
            <a:off x="6570663" y="4148138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进度安排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1BA3F7AD-0A9C-8D45-AFFE-CF0536952545}"/>
              </a:ext>
            </a:extLst>
          </p:cNvPr>
          <p:cNvCxnSpPr/>
          <p:nvPr/>
        </p:nvCxnSpPr>
        <p:spPr>
          <a:xfrm flipH="1">
            <a:off x="6324600" y="4235450"/>
            <a:ext cx="246063" cy="247650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椭圆 16">
            <a:extLst>
              <a:ext uri="{FF2B5EF4-FFF2-40B4-BE49-F238E27FC236}">
                <a16:creationId xmlns:a16="http://schemas.microsoft.com/office/drawing/2014/main" id="{A4389489-10C8-EB44-9A3C-83AD9FBAA506}"/>
              </a:ext>
            </a:extLst>
          </p:cNvPr>
          <p:cNvSpPr/>
          <p:nvPr/>
        </p:nvSpPr>
        <p:spPr>
          <a:xfrm>
            <a:off x="8370888" y="6346825"/>
            <a:ext cx="288925" cy="287338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37" name="椭圆 17">
            <a:extLst>
              <a:ext uri="{FF2B5EF4-FFF2-40B4-BE49-F238E27FC236}">
                <a16:creationId xmlns:a16="http://schemas.microsoft.com/office/drawing/2014/main" id="{B992145A-DFF4-D34E-96E0-904673E1C243}"/>
              </a:ext>
            </a:extLst>
          </p:cNvPr>
          <p:cNvSpPr/>
          <p:nvPr/>
        </p:nvSpPr>
        <p:spPr>
          <a:xfrm>
            <a:off x="8691563" y="6029325"/>
            <a:ext cx="288925" cy="2889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50D19F5-6D66-A049-8F89-CACAF6E38A2D}"/>
              </a:ext>
            </a:extLst>
          </p:cNvPr>
          <p:cNvCxnSpPr/>
          <p:nvPr/>
        </p:nvCxnSpPr>
        <p:spPr>
          <a:xfrm>
            <a:off x="3278188" y="2995613"/>
            <a:ext cx="0" cy="154622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2532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F5C9EF40-E121-CA4B-91E9-3487BC247C72}"/>
              </a:ext>
            </a:extLst>
          </p:cNvPr>
          <p:cNvSpPr txBox="1"/>
          <p:nvPr/>
        </p:nvSpPr>
        <p:spPr>
          <a:xfrm>
            <a:off x="766763" y="1392238"/>
            <a:ext cx="203132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 dirty="0">
                <a:solidFill>
                  <a:srgbClr val="404040"/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相关工作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E0EFC0-5800-FB4E-8BF7-E5292CAC76C8}"/>
              </a:ext>
            </a:extLst>
          </p:cNvPr>
          <p:cNvSpPr/>
          <p:nvPr/>
        </p:nvSpPr>
        <p:spPr>
          <a:xfrm rot="10800000">
            <a:off x="477838" y="1571625"/>
            <a:ext cx="288925" cy="287338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grpSp>
        <p:nvGrpSpPr>
          <p:cNvPr id="16388" name="组合 6">
            <a:extLst>
              <a:ext uri="{FF2B5EF4-FFF2-40B4-BE49-F238E27FC236}">
                <a16:creationId xmlns:a16="http://schemas.microsoft.com/office/drawing/2014/main" id="{E4AF3461-DD26-3C44-A949-D324F73A7B36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2782888" y="1571625"/>
            <a:ext cx="647700" cy="287338"/>
            <a:chOff x="1483073" y="1052736"/>
            <a:chExt cx="648072" cy="28803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C12D2F2-F58B-E241-A34D-A83CD8FF7FCD}"/>
                </a:ext>
              </a:extLst>
            </p:cNvPr>
            <p:cNvSpPr/>
            <p:nvPr/>
          </p:nvSpPr>
          <p:spPr>
            <a:xfrm>
              <a:off x="1484662" y="1052736"/>
              <a:ext cx="287502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F5D0DA24-2EBE-5542-BB63-28C20D476ECB}"/>
                </a:ext>
              </a:extLst>
            </p:cNvPr>
            <p:cNvSpPr/>
            <p:nvPr/>
          </p:nvSpPr>
          <p:spPr>
            <a:xfrm>
              <a:off x="1845231" y="1052736"/>
              <a:ext cx="287503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华文楷体" panose="02010600040101010101" pitchFamily="2" charset="-122"/>
              </a:endParaRPr>
            </a:p>
          </p:txBody>
        </p:sp>
      </p:grp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D0272F9-3619-6144-8813-F7032D751B0D}"/>
              </a:ext>
            </a:extLst>
          </p:cNvPr>
          <p:cNvCxnSpPr/>
          <p:nvPr/>
        </p:nvCxnSpPr>
        <p:spPr>
          <a:xfrm>
            <a:off x="8848725" y="1514475"/>
            <a:ext cx="0" cy="1524000"/>
          </a:xfrm>
          <a:prstGeom prst="line">
            <a:avLst/>
          </a:prstGeom>
          <a:ln w="38100"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C4C40107-02DC-B04C-A414-F6968926E6CE}"/>
              </a:ext>
            </a:extLst>
          </p:cNvPr>
          <p:cNvCxnSpPr/>
          <p:nvPr/>
        </p:nvCxnSpPr>
        <p:spPr>
          <a:xfrm>
            <a:off x="690563" y="6627813"/>
            <a:ext cx="79692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16">
            <a:extLst>
              <a:ext uri="{FF2B5EF4-FFF2-40B4-BE49-F238E27FC236}">
                <a16:creationId xmlns:a16="http://schemas.microsoft.com/office/drawing/2014/main" id="{B52FA208-94B3-E440-BF6A-616F10DA4FA6}"/>
              </a:ext>
            </a:extLst>
          </p:cNvPr>
          <p:cNvSpPr/>
          <p:nvPr/>
        </p:nvSpPr>
        <p:spPr>
          <a:xfrm>
            <a:off x="8370888" y="6346825"/>
            <a:ext cx="288925" cy="287338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37" name="椭圆 17">
            <a:extLst>
              <a:ext uri="{FF2B5EF4-FFF2-40B4-BE49-F238E27FC236}">
                <a16:creationId xmlns:a16="http://schemas.microsoft.com/office/drawing/2014/main" id="{F33E9679-1456-CC44-B82E-D1C8AF5A6DC8}"/>
              </a:ext>
            </a:extLst>
          </p:cNvPr>
          <p:cNvSpPr/>
          <p:nvPr/>
        </p:nvSpPr>
        <p:spPr>
          <a:xfrm>
            <a:off x="8691563" y="6029325"/>
            <a:ext cx="288925" cy="2889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A1139DE-DABD-ED4C-9770-3BB746726E50}"/>
              </a:ext>
            </a:extLst>
          </p:cNvPr>
          <p:cNvSpPr/>
          <p:nvPr/>
        </p:nvSpPr>
        <p:spPr>
          <a:xfrm>
            <a:off x="-14288" y="0"/>
            <a:ext cx="9158288" cy="1203325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6398" name="图片 38">
            <a:extLst>
              <a:ext uri="{FF2B5EF4-FFF2-40B4-BE49-F238E27FC236}">
                <a16:creationId xmlns:a16="http://schemas.microsoft.com/office/drawing/2014/main" id="{72B34290-EE65-FA49-9495-06D696D95A0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702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399" name="组合 39">
            <a:extLst>
              <a:ext uri="{FF2B5EF4-FFF2-40B4-BE49-F238E27FC236}">
                <a16:creationId xmlns:a16="http://schemas.microsoft.com/office/drawing/2014/main" id="{5DC9A9CD-3DA5-524B-867E-A54E7B36F074}"/>
              </a:ext>
            </a:extLst>
          </p:cNvPr>
          <p:cNvGrpSpPr>
            <a:grpSpLocks/>
          </p:cNvGrpSpPr>
          <p:nvPr/>
        </p:nvGrpSpPr>
        <p:grpSpPr bwMode="auto">
          <a:xfrm>
            <a:off x="0" y="1304925"/>
            <a:ext cx="9144000" cy="57150"/>
            <a:chOff x="30834" y="1305568"/>
            <a:chExt cx="8816454" cy="66133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89DC3522-C5D6-B04B-B1D2-91B43A8A662E}"/>
                </a:ext>
              </a:extLst>
            </p:cNvPr>
            <p:cNvSpPr/>
            <p:nvPr/>
          </p:nvSpPr>
          <p:spPr>
            <a:xfrm>
              <a:off x="30834" y="1305568"/>
              <a:ext cx="5799574" cy="6613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C79D554A-23B7-9E41-B57F-3060CA936641}"/>
                </a:ext>
              </a:extLst>
            </p:cNvPr>
            <p:cNvSpPr/>
            <p:nvPr/>
          </p:nvSpPr>
          <p:spPr>
            <a:xfrm>
              <a:off x="5887041" y="1305568"/>
              <a:ext cx="2960247" cy="66133"/>
            </a:xfrm>
            <a:prstGeom prst="rect">
              <a:avLst/>
            </a:prstGeom>
            <a:solidFill>
              <a:srgbClr val="5C30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5365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F5C9EF40-E121-CA4B-91E9-3487BC247C72}"/>
              </a:ext>
            </a:extLst>
          </p:cNvPr>
          <p:cNvSpPr txBox="1"/>
          <p:nvPr/>
        </p:nvSpPr>
        <p:spPr>
          <a:xfrm>
            <a:off x="766763" y="1392238"/>
            <a:ext cx="110799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 dirty="0">
                <a:solidFill>
                  <a:srgbClr val="404040"/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总结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E0EFC0-5800-FB4E-8BF7-E5292CAC76C8}"/>
              </a:ext>
            </a:extLst>
          </p:cNvPr>
          <p:cNvSpPr/>
          <p:nvPr/>
        </p:nvSpPr>
        <p:spPr>
          <a:xfrm rot="10800000">
            <a:off x="477838" y="1571625"/>
            <a:ext cx="288925" cy="287338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grpSp>
        <p:nvGrpSpPr>
          <p:cNvPr id="16388" name="组合 6">
            <a:extLst>
              <a:ext uri="{FF2B5EF4-FFF2-40B4-BE49-F238E27FC236}">
                <a16:creationId xmlns:a16="http://schemas.microsoft.com/office/drawing/2014/main" id="{E4AF3461-DD26-3C44-A949-D324F73A7B36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2070369" y="1571625"/>
            <a:ext cx="647700" cy="287338"/>
            <a:chOff x="1483073" y="1052736"/>
            <a:chExt cx="648072" cy="28803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C12D2F2-F58B-E241-A34D-A83CD8FF7FCD}"/>
                </a:ext>
              </a:extLst>
            </p:cNvPr>
            <p:cNvSpPr/>
            <p:nvPr/>
          </p:nvSpPr>
          <p:spPr>
            <a:xfrm>
              <a:off x="1484662" y="1052736"/>
              <a:ext cx="287502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F5D0DA24-2EBE-5542-BB63-28C20D476ECB}"/>
                </a:ext>
              </a:extLst>
            </p:cNvPr>
            <p:cNvSpPr/>
            <p:nvPr/>
          </p:nvSpPr>
          <p:spPr>
            <a:xfrm>
              <a:off x="1845231" y="1052736"/>
              <a:ext cx="287503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华文楷体" panose="02010600040101010101" pitchFamily="2" charset="-122"/>
              </a:endParaRPr>
            </a:p>
          </p:txBody>
        </p:sp>
      </p:grp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D0272F9-3619-6144-8813-F7032D751B0D}"/>
              </a:ext>
            </a:extLst>
          </p:cNvPr>
          <p:cNvCxnSpPr/>
          <p:nvPr/>
        </p:nvCxnSpPr>
        <p:spPr>
          <a:xfrm>
            <a:off x="8848725" y="1514475"/>
            <a:ext cx="0" cy="1524000"/>
          </a:xfrm>
          <a:prstGeom prst="line">
            <a:avLst/>
          </a:prstGeom>
          <a:ln w="38100"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C4C40107-02DC-B04C-A414-F6968926E6CE}"/>
              </a:ext>
            </a:extLst>
          </p:cNvPr>
          <p:cNvCxnSpPr/>
          <p:nvPr/>
        </p:nvCxnSpPr>
        <p:spPr>
          <a:xfrm>
            <a:off x="690563" y="6627813"/>
            <a:ext cx="79692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16">
            <a:extLst>
              <a:ext uri="{FF2B5EF4-FFF2-40B4-BE49-F238E27FC236}">
                <a16:creationId xmlns:a16="http://schemas.microsoft.com/office/drawing/2014/main" id="{B52FA208-94B3-E440-BF6A-616F10DA4FA6}"/>
              </a:ext>
            </a:extLst>
          </p:cNvPr>
          <p:cNvSpPr/>
          <p:nvPr/>
        </p:nvSpPr>
        <p:spPr>
          <a:xfrm>
            <a:off x="8370888" y="6346825"/>
            <a:ext cx="288925" cy="287338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37" name="椭圆 17">
            <a:extLst>
              <a:ext uri="{FF2B5EF4-FFF2-40B4-BE49-F238E27FC236}">
                <a16:creationId xmlns:a16="http://schemas.microsoft.com/office/drawing/2014/main" id="{F33E9679-1456-CC44-B82E-D1C8AF5A6DC8}"/>
              </a:ext>
            </a:extLst>
          </p:cNvPr>
          <p:cNvSpPr/>
          <p:nvPr/>
        </p:nvSpPr>
        <p:spPr>
          <a:xfrm>
            <a:off x="8691563" y="6029325"/>
            <a:ext cx="288925" cy="2889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A1139DE-DABD-ED4C-9770-3BB746726E50}"/>
              </a:ext>
            </a:extLst>
          </p:cNvPr>
          <p:cNvSpPr/>
          <p:nvPr/>
        </p:nvSpPr>
        <p:spPr>
          <a:xfrm>
            <a:off x="-14288" y="0"/>
            <a:ext cx="9158288" cy="1203325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6398" name="图片 38">
            <a:extLst>
              <a:ext uri="{FF2B5EF4-FFF2-40B4-BE49-F238E27FC236}">
                <a16:creationId xmlns:a16="http://schemas.microsoft.com/office/drawing/2014/main" id="{72B34290-EE65-FA49-9495-06D696D95A0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702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399" name="组合 39">
            <a:extLst>
              <a:ext uri="{FF2B5EF4-FFF2-40B4-BE49-F238E27FC236}">
                <a16:creationId xmlns:a16="http://schemas.microsoft.com/office/drawing/2014/main" id="{5DC9A9CD-3DA5-524B-867E-A54E7B36F074}"/>
              </a:ext>
            </a:extLst>
          </p:cNvPr>
          <p:cNvGrpSpPr>
            <a:grpSpLocks/>
          </p:cNvGrpSpPr>
          <p:nvPr/>
        </p:nvGrpSpPr>
        <p:grpSpPr bwMode="auto">
          <a:xfrm>
            <a:off x="0" y="1304925"/>
            <a:ext cx="9144000" cy="57150"/>
            <a:chOff x="30834" y="1305568"/>
            <a:chExt cx="8816454" cy="66133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89DC3522-C5D6-B04B-B1D2-91B43A8A662E}"/>
                </a:ext>
              </a:extLst>
            </p:cNvPr>
            <p:cNvSpPr/>
            <p:nvPr/>
          </p:nvSpPr>
          <p:spPr>
            <a:xfrm>
              <a:off x="30834" y="1305568"/>
              <a:ext cx="5799574" cy="6613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C79D554A-23B7-9E41-B57F-3060CA936641}"/>
                </a:ext>
              </a:extLst>
            </p:cNvPr>
            <p:cNvSpPr/>
            <p:nvPr/>
          </p:nvSpPr>
          <p:spPr>
            <a:xfrm>
              <a:off x="5887041" y="1305568"/>
              <a:ext cx="2960247" cy="66133"/>
            </a:xfrm>
            <a:prstGeom prst="rect">
              <a:avLst/>
            </a:prstGeom>
            <a:solidFill>
              <a:srgbClr val="5C30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29401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C412CA0D-3C3F-704C-9FAE-0D29CDFEDD31}"/>
              </a:ext>
            </a:extLst>
          </p:cNvPr>
          <p:cNvSpPr/>
          <p:nvPr/>
        </p:nvSpPr>
        <p:spPr>
          <a:xfrm>
            <a:off x="-14288" y="0"/>
            <a:ext cx="9158288" cy="1203325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5362" name="图片 39">
            <a:extLst>
              <a:ext uri="{FF2B5EF4-FFF2-40B4-BE49-F238E27FC236}">
                <a16:creationId xmlns:a16="http://schemas.microsoft.com/office/drawing/2014/main" id="{6E217534-5257-1143-A9DD-3ACCE8824D0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702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EA63D7EB-5348-3147-AAFB-37B7F1EE7804}"/>
              </a:ext>
            </a:extLst>
          </p:cNvPr>
          <p:cNvSpPr txBox="1"/>
          <p:nvPr/>
        </p:nvSpPr>
        <p:spPr>
          <a:xfrm>
            <a:off x="163513" y="3082925"/>
            <a:ext cx="3124200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chemeClr val="bg1">
                    <a:lumMod val="6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CONTENTS</a:t>
            </a:r>
            <a:endParaRPr lang="zh-CN" altLang="en-US" sz="3600" b="1" dirty="0">
              <a:solidFill>
                <a:schemeClr val="bg1">
                  <a:lumMod val="6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15364" name="组合 42">
            <a:extLst>
              <a:ext uri="{FF2B5EF4-FFF2-40B4-BE49-F238E27FC236}">
                <a16:creationId xmlns:a16="http://schemas.microsoft.com/office/drawing/2014/main" id="{766F1DE4-EE6A-E14D-B001-C3A876F6EA01}"/>
              </a:ext>
            </a:extLst>
          </p:cNvPr>
          <p:cNvGrpSpPr>
            <a:grpSpLocks/>
          </p:cNvGrpSpPr>
          <p:nvPr/>
        </p:nvGrpSpPr>
        <p:grpSpPr bwMode="auto">
          <a:xfrm>
            <a:off x="0" y="1304925"/>
            <a:ext cx="9144000" cy="57150"/>
            <a:chOff x="30834" y="1305568"/>
            <a:chExt cx="8816454" cy="66133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A377500-0460-0E47-824F-3A5F4C28D796}"/>
                </a:ext>
              </a:extLst>
            </p:cNvPr>
            <p:cNvSpPr/>
            <p:nvPr/>
          </p:nvSpPr>
          <p:spPr>
            <a:xfrm>
              <a:off x="30834" y="1305568"/>
              <a:ext cx="5799574" cy="6613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E532542-E447-004A-82E9-601E85E581D3}"/>
                </a:ext>
              </a:extLst>
            </p:cNvPr>
            <p:cNvSpPr/>
            <p:nvPr/>
          </p:nvSpPr>
          <p:spPr>
            <a:xfrm>
              <a:off x="5887041" y="1305568"/>
              <a:ext cx="2960247" cy="66133"/>
            </a:xfrm>
            <a:prstGeom prst="rect">
              <a:avLst/>
            </a:prstGeom>
            <a:solidFill>
              <a:srgbClr val="5C30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14DFE66-49BF-D346-A813-312FB74FDC5E}"/>
              </a:ext>
            </a:extLst>
          </p:cNvPr>
          <p:cNvCxnSpPr/>
          <p:nvPr/>
        </p:nvCxnSpPr>
        <p:spPr>
          <a:xfrm>
            <a:off x="4572000" y="6627813"/>
            <a:ext cx="408781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6" name="文本框 11">
            <a:extLst>
              <a:ext uri="{FF2B5EF4-FFF2-40B4-BE49-F238E27FC236}">
                <a16:creationId xmlns:a16="http://schemas.microsoft.com/office/drawing/2014/main" id="{D458A4B2-2ECA-604C-AF6B-C96FD073C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0900" y="2917825"/>
            <a:ext cx="903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目录</a:t>
            </a:r>
          </a:p>
        </p:txBody>
      </p:sp>
      <p:sp>
        <p:nvSpPr>
          <p:cNvPr id="15367" name="文本框 16">
            <a:extLst>
              <a:ext uri="{FF2B5EF4-FFF2-40B4-BE49-F238E27FC236}">
                <a16:creationId xmlns:a16="http://schemas.microsoft.com/office/drawing/2014/main" id="{3F488382-C34A-BF4B-87B9-216241516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5838" y="2903538"/>
            <a:ext cx="3762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1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EDBD79D-6D6F-F249-BAE5-8BE3C133BC90}"/>
              </a:ext>
            </a:extLst>
          </p:cNvPr>
          <p:cNvSpPr txBox="1"/>
          <p:nvPr/>
        </p:nvSpPr>
        <p:spPr>
          <a:xfrm>
            <a:off x="3984625" y="2970213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研究背景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C237E11-7E76-2647-A023-3D3AD19B70EE}"/>
              </a:ext>
            </a:extLst>
          </p:cNvPr>
          <p:cNvCxnSpPr/>
          <p:nvPr/>
        </p:nvCxnSpPr>
        <p:spPr>
          <a:xfrm flipH="1">
            <a:off x="3736975" y="3082925"/>
            <a:ext cx="246063" cy="246063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0" name="文本框 20">
            <a:extLst>
              <a:ext uri="{FF2B5EF4-FFF2-40B4-BE49-F238E27FC236}">
                <a16:creationId xmlns:a16="http://schemas.microsoft.com/office/drawing/2014/main" id="{EA26D664-D035-4A4A-8BD1-A23A81AC1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1713" y="2913063"/>
            <a:ext cx="37782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2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92A9856-FF90-3547-8D05-6502898621E7}"/>
              </a:ext>
            </a:extLst>
          </p:cNvPr>
          <p:cNvSpPr txBox="1"/>
          <p:nvPr/>
        </p:nvSpPr>
        <p:spPr>
          <a:xfrm>
            <a:off x="6570663" y="2995613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accent3"/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相关工作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BC6B91E-F085-A945-A461-A6D88A52F6E7}"/>
              </a:ext>
            </a:extLst>
          </p:cNvPr>
          <p:cNvCxnSpPr/>
          <p:nvPr/>
        </p:nvCxnSpPr>
        <p:spPr>
          <a:xfrm flipH="1">
            <a:off x="6324600" y="3082925"/>
            <a:ext cx="246063" cy="246063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3" name="文本框 23">
            <a:extLst>
              <a:ext uri="{FF2B5EF4-FFF2-40B4-BE49-F238E27FC236}">
                <a16:creationId xmlns:a16="http://schemas.microsoft.com/office/drawing/2014/main" id="{34AB2B75-C361-F94D-9AD9-846664F310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5838" y="3482975"/>
            <a:ext cx="3762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3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EBBFD9E-293B-5A45-A1E4-F9EAAFCAA68B}"/>
              </a:ext>
            </a:extLst>
          </p:cNvPr>
          <p:cNvSpPr txBox="1"/>
          <p:nvPr/>
        </p:nvSpPr>
        <p:spPr>
          <a:xfrm>
            <a:off x="3984625" y="3549650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ea typeface="华文楷体" panose="02010600040101010101" pitchFamily="2" charset="-122"/>
                <a:cs typeface="华文楷体" panose="02010600040101010101" pitchFamily="2" charset="-122"/>
              </a:rPr>
              <a:t>研究方案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762EEDF-2748-CD4F-889A-5C77D8F92889}"/>
              </a:ext>
            </a:extLst>
          </p:cNvPr>
          <p:cNvCxnSpPr/>
          <p:nvPr/>
        </p:nvCxnSpPr>
        <p:spPr>
          <a:xfrm flipH="1">
            <a:off x="3736975" y="3662363"/>
            <a:ext cx="246063" cy="246062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6" name="文本框 26">
            <a:extLst>
              <a:ext uri="{FF2B5EF4-FFF2-40B4-BE49-F238E27FC236}">
                <a16:creationId xmlns:a16="http://schemas.microsoft.com/office/drawing/2014/main" id="{FC4CFD95-E2D4-1845-A986-657FE26E2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1713" y="3492500"/>
            <a:ext cx="3778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4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F83E7C4-AB22-7147-BAA9-3592B597DD68}"/>
              </a:ext>
            </a:extLst>
          </p:cNvPr>
          <p:cNvSpPr txBox="1"/>
          <p:nvPr/>
        </p:nvSpPr>
        <p:spPr>
          <a:xfrm>
            <a:off x="6570663" y="3575050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研究基础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C431E9C-A907-3642-8C38-F026B02AE050}"/>
              </a:ext>
            </a:extLst>
          </p:cNvPr>
          <p:cNvCxnSpPr/>
          <p:nvPr/>
        </p:nvCxnSpPr>
        <p:spPr>
          <a:xfrm flipH="1">
            <a:off x="6324600" y="3662363"/>
            <a:ext cx="246063" cy="246062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9" name="文本框 29">
            <a:extLst>
              <a:ext uri="{FF2B5EF4-FFF2-40B4-BE49-F238E27FC236}">
                <a16:creationId xmlns:a16="http://schemas.microsoft.com/office/drawing/2014/main" id="{91AC264C-31D1-CC47-9147-4978F8B82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5838" y="4056063"/>
            <a:ext cx="37623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5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67154B-D0D9-E040-AEC5-6C7096B75104}"/>
              </a:ext>
            </a:extLst>
          </p:cNvPr>
          <p:cNvSpPr txBox="1"/>
          <p:nvPr/>
        </p:nvSpPr>
        <p:spPr>
          <a:xfrm>
            <a:off x="3984625" y="4122738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预期成果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2D4B23DC-FFE0-FA44-8CC0-FF4D627241DC}"/>
              </a:ext>
            </a:extLst>
          </p:cNvPr>
          <p:cNvCxnSpPr/>
          <p:nvPr/>
        </p:nvCxnSpPr>
        <p:spPr>
          <a:xfrm flipH="1">
            <a:off x="3736975" y="4235450"/>
            <a:ext cx="246063" cy="247650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82" name="文本框 32">
            <a:extLst>
              <a:ext uri="{FF2B5EF4-FFF2-40B4-BE49-F238E27FC236}">
                <a16:creationId xmlns:a16="http://schemas.microsoft.com/office/drawing/2014/main" id="{12FD0317-B19D-1B47-A35B-9FDD6DFF2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1713" y="4067175"/>
            <a:ext cx="3778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6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D094B6A-1A7A-E14E-9055-100DBD3DECE4}"/>
              </a:ext>
            </a:extLst>
          </p:cNvPr>
          <p:cNvSpPr txBox="1"/>
          <p:nvPr/>
        </p:nvSpPr>
        <p:spPr>
          <a:xfrm>
            <a:off x="6570663" y="4148138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进度安排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1BA3F7AD-0A9C-8D45-AFFE-CF0536952545}"/>
              </a:ext>
            </a:extLst>
          </p:cNvPr>
          <p:cNvCxnSpPr/>
          <p:nvPr/>
        </p:nvCxnSpPr>
        <p:spPr>
          <a:xfrm flipH="1">
            <a:off x="6324600" y="4235450"/>
            <a:ext cx="246063" cy="247650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椭圆 16">
            <a:extLst>
              <a:ext uri="{FF2B5EF4-FFF2-40B4-BE49-F238E27FC236}">
                <a16:creationId xmlns:a16="http://schemas.microsoft.com/office/drawing/2014/main" id="{A4389489-10C8-EB44-9A3C-83AD9FBAA506}"/>
              </a:ext>
            </a:extLst>
          </p:cNvPr>
          <p:cNvSpPr/>
          <p:nvPr/>
        </p:nvSpPr>
        <p:spPr>
          <a:xfrm>
            <a:off x="8370888" y="6346825"/>
            <a:ext cx="288925" cy="287338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37" name="椭圆 17">
            <a:extLst>
              <a:ext uri="{FF2B5EF4-FFF2-40B4-BE49-F238E27FC236}">
                <a16:creationId xmlns:a16="http://schemas.microsoft.com/office/drawing/2014/main" id="{B992145A-DFF4-D34E-96E0-904673E1C243}"/>
              </a:ext>
            </a:extLst>
          </p:cNvPr>
          <p:cNvSpPr/>
          <p:nvPr/>
        </p:nvSpPr>
        <p:spPr>
          <a:xfrm>
            <a:off x="8691563" y="6029325"/>
            <a:ext cx="288925" cy="2889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50D19F5-6D66-A049-8F89-CACAF6E38A2D}"/>
              </a:ext>
            </a:extLst>
          </p:cNvPr>
          <p:cNvCxnSpPr/>
          <p:nvPr/>
        </p:nvCxnSpPr>
        <p:spPr>
          <a:xfrm>
            <a:off x="3278188" y="2995613"/>
            <a:ext cx="0" cy="154622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101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F5C9EF40-E121-CA4B-91E9-3487BC247C72}"/>
              </a:ext>
            </a:extLst>
          </p:cNvPr>
          <p:cNvSpPr txBox="1"/>
          <p:nvPr/>
        </p:nvSpPr>
        <p:spPr>
          <a:xfrm>
            <a:off x="766763" y="1392238"/>
            <a:ext cx="203132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 dirty="0">
                <a:solidFill>
                  <a:srgbClr val="404040"/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研究方案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E0EFC0-5800-FB4E-8BF7-E5292CAC76C8}"/>
              </a:ext>
            </a:extLst>
          </p:cNvPr>
          <p:cNvSpPr/>
          <p:nvPr/>
        </p:nvSpPr>
        <p:spPr>
          <a:xfrm rot="10800000">
            <a:off x="477838" y="1571625"/>
            <a:ext cx="288925" cy="287338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grpSp>
        <p:nvGrpSpPr>
          <p:cNvPr id="16388" name="组合 6">
            <a:extLst>
              <a:ext uri="{FF2B5EF4-FFF2-40B4-BE49-F238E27FC236}">
                <a16:creationId xmlns:a16="http://schemas.microsoft.com/office/drawing/2014/main" id="{E4AF3461-DD26-3C44-A949-D324F73A7B36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2782888" y="1571625"/>
            <a:ext cx="647700" cy="287338"/>
            <a:chOff x="1483073" y="1052736"/>
            <a:chExt cx="648072" cy="28803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C12D2F2-F58B-E241-A34D-A83CD8FF7FCD}"/>
                </a:ext>
              </a:extLst>
            </p:cNvPr>
            <p:cNvSpPr/>
            <p:nvPr/>
          </p:nvSpPr>
          <p:spPr>
            <a:xfrm>
              <a:off x="1484662" y="1052736"/>
              <a:ext cx="287502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F5D0DA24-2EBE-5542-BB63-28C20D476ECB}"/>
                </a:ext>
              </a:extLst>
            </p:cNvPr>
            <p:cNvSpPr/>
            <p:nvPr/>
          </p:nvSpPr>
          <p:spPr>
            <a:xfrm>
              <a:off x="1845231" y="1052736"/>
              <a:ext cx="287503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华文楷体" panose="02010600040101010101" pitchFamily="2" charset="-122"/>
              </a:endParaRPr>
            </a:p>
          </p:txBody>
        </p:sp>
      </p:grpSp>
      <p:sp>
        <p:nvSpPr>
          <p:cNvPr id="10" name="TextBox 6">
            <a:extLst>
              <a:ext uri="{FF2B5EF4-FFF2-40B4-BE49-F238E27FC236}">
                <a16:creationId xmlns:a16="http://schemas.microsoft.com/office/drawing/2014/main" id="{E369962E-8340-B244-B63B-B36E7AF4C3F7}"/>
              </a:ext>
            </a:extLst>
          </p:cNvPr>
          <p:cNvSpPr txBox="1"/>
          <p:nvPr/>
        </p:nvSpPr>
        <p:spPr>
          <a:xfrm>
            <a:off x="766763" y="2025373"/>
            <a:ext cx="776482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5C307D"/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研究目标</a:t>
            </a:r>
            <a:endParaRPr lang="en-US" altLang="zh-CN" sz="2800" b="1" dirty="0">
              <a:solidFill>
                <a:srgbClr val="5C307D"/>
              </a:solidFill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1085850" lvl="1" indent="-342900">
              <a:buFont typeface="Arial" panose="020B0604020202020204" pitchFamily="34" charset="0"/>
              <a:buChar char="•"/>
            </a:pPr>
            <a:endParaRPr lang="en-US" altLang="zh-CN" sz="2000" b="1" dirty="0">
              <a:solidFill>
                <a:srgbClr val="5C307D"/>
              </a:solidFill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5C307D"/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研究步骤</a:t>
            </a:r>
            <a:endParaRPr lang="en-US" altLang="zh-CN" sz="2800" b="1" dirty="0">
              <a:solidFill>
                <a:srgbClr val="5C307D"/>
              </a:solidFill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1085850" lvl="1" indent="-342900">
              <a:buFont typeface="Arial" panose="020B0604020202020204" pitchFamily="34" charset="0"/>
              <a:buChar char="•"/>
            </a:pPr>
            <a:endParaRPr lang="en-US" altLang="zh-CN" sz="2000" b="1" dirty="0">
              <a:solidFill>
                <a:srgbClr val="5C307D"/>
              </a:solidFill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endParaRPr lang="en-US" altLang="zh-CN" sz="2800" b="1" dirty="0">
              <a:solidFill>
                <a:srgbClr val="5C307D"/>
              </a:solidFill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000" b="1" dirty="0">
              <a:solidFill>
                <a:srgbClr val="5C307D"/>
              </a:solidFill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D0272F9-3619-6144-8813-F7032D751B0D}"/>
              </a:ext>
            </a:extLst>
          </p:cNvPr>
          <p:cNvCxnSpPr/>
          <p:nvPr/>
        </p:nvCxnSpPr>
        <p:spPr>
          <a:xfrm>
            <a:off x="8848725" y="1514475"/>
            <a:ext cx="0" cy="1524000"/>
          </a:xfrm>
          <a:prstGeom prst="line">
            <a:avLst/>
          </a:prstGeom>
          <a:ln w="38100"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C4C40107-02DC-B04C-A414-F6968926E6CE}"/>
              </a:ext>
            </a:extLst>
          </p:cNvPr>
          <p:cNvCxnSpPr/>
          <p:nvPr/>
        </p:nvCxnSpPr>
        <p:spPr>
          <a:xfrm>
            <a:off x="690563" y="6627813"/>
            <a:ext cx="79692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16">
            <a:extLst>
              <a:ext uri="{FF2B5EF4-FFF2-40B4-BE49-F238E27FC236}">
                <a16:creationId xmlns:a16="http://schemas.microsoft.com/office/drawing/2014/main" id="{B52FA208-94B3-E440-BF6A-616F10DA4FA6}"/>
              </a:ext>
            </a:extLst>
          </p:cNvPr>
          <p:cNvSpPr/>
          <p:nvPr/>
        </p:nvSpPr>
        <p:spPr>
          <a:xfrm>
            <a:off x="8370888" y="6346825"/>
            <a:ext cx="288925" cy="287338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37" name="椭圆 17">
            <a:extLst>
              <a:ext uri="{FF2B5EF4-FFF2-40B4-BE49-F238E27FC236}">
                <a16:creationId xmlns:a16="http://schemas.microsoft.com/office/drawing/2014/main" id="{F33E9679-1456-CC44-B82E-D1C8AF5A6DC8}"/>
              </a:ext>
            </a:extLst>
          </p:cNvPr>
          <p:cNvSpPr/>
          <p:nvPr/>
        </p:nvSpPr>
        <p:spPr>
          <a:xfrm>
            <a:off x="8691563" y="6029325"/>
            <a:ext cx="288925" cy="2889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A1139DE-DABD-ED4C-9770-3BB746726E50}"/>
              </a:ext>
            </a:extLst>
          </p:cNvPr>
          <p:cNvSpPr/>
          <p:nvPr/>
        </p:nvSpPr>
        <p:spPr>
          <a:xfrm>
            <a:off x="-14288" y="0"/>
            <a:ext cx="9158288" cy="1203325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6398" name="图片 38">
            <a:extLst>
              <a:ext uri="{FF2B5EF4-FFF2-40B4-BE49-F238E27FC236}">
                <a16:creationId xmlns:a16="http://schemas.microsoft.com/office/drawing/2014/main" id="{72B34290-EE65-FA49-9495-06D696D95A0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702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399" name="组合 39">
            <a:extLst>
              <a:ext uri="{FF2B5EF4-FFF2-40B4-BE49-F238E27FC236}">
                <a16:creationId xmlns:a16="http://schemas.microsoft.com/office/drawing/2014/main" id="{5DC9A9CD-3DA5-524B-867E-A54E7B36F074}"/>
              </a:ext>
            </a:extLst>
          </p:cNvPr>
          <p:cNvGrpSpPr>
            <a:grpSpLocks/>
          </p:cNvGrpSpPr>
          <p:nvPr/>
        </p:nvGrpSpPr>
        <p:grpSpPr bwMode="auto">
          <a:xfrm>
            <a:off x="0" y="1304925"/>
            <a:ext cx="9144000" cy="57150"/>
            <a:chOff x="30834" y="1305568"/>
            <a:chExt cx="8816454" cy="66133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89DC3522-C5D6-B04B-B1D2-91B43A8A662E}"/>
                </a:ext>
              </a:extLst>
            </p:cNvPr>
            <p:cNvSpPr/>
            <p:nvPr/>
          </p:nvSpPr>
          <p:spPr>
            <a:xfrm>
              <a:off x="30834" y="1305568"/>
              <a:ext cx="5799574" cy="6613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C79D554A-23B7-9E41-B57F-3060CA936641}"/>
                </a:ext>
              </a:extLst>
            </p:cNvPr>
            <p:cNvSpPr/>
            <p:nvPr/>
          </p:nvSpPr>
          <p:spPr>
            <a:xfrm>
              <a:off x="5887041" y="1305568"/>
              <a:ext cx="2960247" cy="66133"/>
            </a:xfrm>
            <a:prstGeom prst="rect">
              <a:avLst/>
            </a:prstGeom>
            <a:solidFill>
              <a:srgbClr val="5C30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22772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F5C9EF40-E121-CA4B-91E9-3487BC247C72}"/>
              </a:ext>
            </a:extLst>
          </p:cNvPr>
          <p:cNvSpPr txBox="1"/>
          <p:nvPr/>
        </p:nvSpPr>
        <p:spPr>
          <a:xfrm>
            <a:off x="766763" y="1392238"/>
            <a:ext cx="203132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 dirty="0">
                <a:solidFill>
                  <a:srgbClr val="404040"/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研究方案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E0EFC0-5800-FB4E-8BF7-E5292CAC76C8}"/>
              </a:ext>
            </a:extLst>
          </p:cNvPr>
          <p:cNvSpPr/>
          <p:nvPr/>
        </p:nvSpPr>
        <p:spPr>
          <a:xfrm rot="10800000">
            <a:off x="477838" y="1571625"/>
            <a:ext cx="288925" cy="287338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grpSp>
        <p:nvGrpSpPr>
          <p:cNvPr id="16388" name="组合 6">
            <a:extLst>
              <a:ext uri="{FF2B5EF4-FFF2-40B4-BE49-F238E27FC236}">
                <a16:creationId xmlns:a16="http://schemas.microsoft.com/office/drawing/2014/main" id="{E4AF3461-DD26-3C44-A949-D324F73A7B36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2782888" y="1571625"/>
            <a:ext cx="647700" cy="287338"/>
            <a:chOff x="1483073" y="1052736"/>
            <a:chExt cx="648072" cy="28803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C12D2F2-F58B-E241-A34D-A83CD8FF7FCD}"/>
                </a:ext>
              </a:extLst>
            </p:cNvPr>
            <p:cNvSpPr/>
            <p:nvPr/>
          </p:nvSpPr>
          <p:spPr>
            <a:xfrm>
              <a:off x="1484662" y="1052736"/>
              <a:ext cx="287502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F5D0DA24-2EBE-5542-BB63-28C20D476ECB}"/>
                </a:ext>
              </a:extLst>
            </p:cNvPr>
            <p:cNvSpPr/>
            <p:nvPr/>
          </p:nvSpPr>
          <p:spPr>
            <a:xfrm>
              <a:off x="1845231" y="1052736"/>
              <a:ext cx="287503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华文楷体" panose="02010600040101010101" pitchFamily="2" charset="-122"/>
              </a:endParaRPr>
            </a:p>
          </p:txBody>
        </p:sp>
      </p:grp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D0272F9-3619-6144-8813-F7032D751B0D}"/>
              </a:ext>
            </a:extLst>
          </p:cNvPr>
          <p:cNvCxnSpPr/>
          <p:nvPr/>
        </p:nvCxnSpPr>
        <p:spPr>
          <a:xfrm>
            <a:off x="8848725" y="1514475"/>
            <a:ext cx="0" cy="1524000"/>
          </a:xfrm>
          <a:prstGeom prst="line">
            <a:avLst/>
          </a:prstGeom>
          <a:ln w="38100"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9A1139DE-DABD-ED4C-9770-3BB746726E50}"/>
              </a:ext>
            </a:extLst>
          </p:cNvPr>
          <p:cNvSpPr/>
          <p:nvPr/>
        </p:nvSpPr>
        <p:spPr>
          <a:xfrm>
            <a:off x="-14288" y="0"/>
            <a:ext cx="9158288" cy="1203325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6398" name="图片 38">
            <a:extLst>
              <a:ext uri="{FF2B5EF4-FFF2-40B4-BE49-F238E27FC236}">
                <a16:creationId xmlns:a16="http://schemas.microsoft.com/office/drawing/2014/main" id="{72B34290-EE65-FA49-9495-06D696D95A0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702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399" name="组合 39">
            <a:extLst>
              <a:ext uri="{FF2B5EF4-FFF2-40B4-BE49-F238E27FC236}">
                <a16:creationId xmlns:a16="http://schemas.microsoft.com/office/drawing/2014/main" id="{5DC9A9CD-3DA5-524B-867E-A54E7B36F074}"/>
              </a:ext>
            </a:extLst>
          </p:cNvPr>
          <p:cNvGrpSpPr>
            <a:grpSpLocks/>
          </p:cNvGrpSpPr>
          <p:nvPr/>
        </p:nvGrpSpPr>
        <p:grpSpPr bwMode="auto">
          <a:xfrm>
            <a:off x="0" y="1304925"/>
            <a:ext cx="9144000" cy="57150"/>
            <a:chOff x="30834" y="1305568"/>
            <a:chExt cx="8816454" cy="66133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89DC3522-C5D6-B04B-B1D2-91B43A8A662E}"/>
                </a:ext>
              </a:extLst>
            </p:cNvPr>
            <p:cNvSpPr/>
            <p:nvPr/>
          </p:nvSpPr>
          <p:spPr>
            <a:xfrm>
              <a:off x="30834" y="1305568"/>
              <a:ext cx="5799574" cy="6613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C79D554A-23B7-9E41-B57F-3060CA936641}"/>
                </a:ext>
              </a:extLst>
            </p:cNvPr>
            <p:cNvSpPr/>
            <p:nvPr/>
          </p:nvSpPr>
          <p:spPr>
            <a:xfrm>
              <a:off x="5887041" y="1305568"/>
              <a:ext cx="2960247" cy="66133"/>
            </a:xfrm>
            <a:prstGeom prst="rect">
              <a:avLst/>
            </a:prstGeom>
            <a:solidFill>
              <a:srgbClr val="5C30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17" name="TextBox 6">
            <a:extLst>
              <a:ext uri="{FF2B5EF4-FFF2-40B4-BE49-F238E27FC236}">
                <a16:creationId xmlns:a16="http://schemas.microsoft.com/office/drawing/2014/main" id="{2A27F16C-8C76-BC41-AA02-20F8DA0E4A34}"/>
              </a:ext>
            </a:extLst>
          </p:cNvPr>
          <p:cNvSpPr txBox="1"/>
          <p:nvPr/>
        </p:nvSpPr>
        <p:spPr>
          <a:xfrm>
            <a:off x="894988" y="2038349"/>
            <a:ext cx="7764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5C307D"/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整体模型</a:t>
            </a:r>
            <a:endParaRPr lang="en-US" altLang="zh-CN" sz="2800" b="1" dirty="0">
              <a:solidFill>
                <a:srgbClr val="5C307D"/>
              </a:solidFill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7220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F5C9EF40-E121-CA4B-91E9-3487BC247C72}"/>
              </a:ext>
            </a:extLst>
          </p:cNvPr>
          <p:cNvSpPr txBox="1"/>
          <p:nvPr/>
        </p:nvSpPr>
        <p:spPr>
          <a:xfrm>
            <a:off x="766763" y="1392238"/>
            <a:ext cx="203132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 dirty="0">
                <a:solidFill>
                  <a:srgbClr val="404040"/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研究方案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E0EFC0-5800-FB4E-8BF7-E5292CAC76C8}"/>
              </a:ext>
            </a:extLst>
          </p:cNvPr>
          <p:cNvSpPr/>
          <p:nvPr/>
        </p:nvSpPr>
        <p:spPr>
          <a:xfrm rot="10800000">
            <a:off x="477838" y="1571625"/>
            <a:ext cx="288925" cy="287338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grpSp>
        <p:nvGrpSpPr>
          <p:cNvPr id="16388" name="组合 6">
            <a:extLst>
              <a:ext uri="{FF2B5EF4-FFF2-40B4-BE49-F238E27FC236}">
                <a16:creationId xmlns:a16="http://schemas.microsoft.com/office/drawing/2014/main" id="{E4AF3461-DD26-3C44-A949-D324F73A7B36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2782888" y="1571625"/>
            <a:ext cx="647700" cy="287338"/>
            <a:chOff x="1483073" y="1052736"/>
            <a:chExt cx="648072" cy="28803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C12D2F2-F58B-E241-A34D-A83CD8FF7FCD}"/>
                </a:ext>
              </a:extLst>
            </p:cNvPr>
            <p:cNvSpPr/>
            <p:nvPr/>
          </p:nvSpPr>
          <p:spPr>
            <a:xfrm>
              <a:off x="1484662" y="1052736"/>
              <a:ext cx="287502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F5D0DA24-2EBE-5542-BB63-28C20D476ECB}"/>
                </a:ext>
              </a:extLst>
            </p:cNvPr>
            <p:cNvSpPr/>
            <p:nvPr/>
          </p:nvSpPr>
          <p:spPr>
            <a:xfrm>
              <a:off x="1845231" y="1052736"/>
              <a:ext cx="287503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华文楷体" panose="02010600040101010101" pitchFamily="2" charset="-122"/>
              </a:endParaRPr>
            </a:p>
          </p:txBody>
        </p:sp>
      </p:grpSp>
      <p:sp>
        <p:nvSpPr>
          <p:cNvPr id="10" name="TextBox 6">
            <a:extLst>
              <a:ext uri="{FF2B5EF4-FFF2-40B4-BE49-F238E27FC236}">
                <a16:creationId xmlns:a16="http://schemas.microsoft.com/office/drawing/2014/main" id="{E369962E-8340-B244-B63B-B36E7AF4C3F7}"/>
              </a:ext>
            </a:extLst>
          </p:cNvPr>
          <p:cNvSpPr txBox="1"/>
          <p:nvPr/>
        </p:nvSpPr>
        <p:spPr>
          <a:xfrm>
            <a:off x="902154" y="2068512"/>
            <a:ext cx="80783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5C307D"/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研究内容一</a:t>
            </a:r>
            <a:endParaRPr lang="en-US" altLang="zh-CN" sz="2000" b="1" dirty="0">
              <a:solidFill>
                <a:srgbClr val="5C307D"/>
              </a:solidFill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endParaRPr lang="en-US" altLang="zh-CN" sz="2400" b="1" dirty="0">
              <a:solidFill>
                <a:srgbClr val="5C307D"/>
              </a:solidFill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>
              <a:solidFill>
                <a:srgbClr val="5C307D"/>
              </a:solidFill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D0272F9-3619-6144-8813-F7032D751B0D}"/>
              </a:ext>
            </a:extLst>
          </p:cNvPr>
          <p:cNvCxnSpPr/>
          <p:nvPr/>
        </p:nvCxnSpPr>
        <p:spPr>
          <a:xfrm>
            <a:off x="8848725" y="1514475"/>
            <a:ext cx="0" cy="1524000"/>
          </a:xfrm>
          <a:prstGeom prst="line">
            <a:avLst/>
          </a:prstGeom>
          <a:ln w="38100"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9A1139DE-DABD-ED4C-9770-3BB746726E50}"/>
              </a:ext>
            </a:extLst>
          </p:cNvPr>
          <p:cNvSpPr/>
          <p:nvPr/>
        </p:nvSpPr>
        <p:spPr>
          <a:xfrm>
            <a:off x="-14288" y="0"/>
            <a:ext cx="9158288" cy="1203325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6398" name="图片 38">
            <a:extLst>
              <a:ext uri="{FF2B5EF4-FFF2-40B4-BE49-F238E27FC236}">
                <a16:creationId xmlns:a16="http://schemas.microsoft.com/office/drawing/2014/main" id="{72B34290-EE65-FA49-9495-06D696D95A0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702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399" name="组合 39">
            <a:extLst>
              <a:ext uri="{FF2B5EF4-FFF2-40B4-BE49-F238E27FC236}">
                <a16:creationId xmlns:a16="http://schemas.microsoft.com/office/drawing/2014/main" id="{5DC9A9CD-3DA5-524B-867E-A54E7B36F074}"/>
              </a:ext>
            </a:extLst>
          </p:cNvPr>
          <p:cNvGrpSpPr>
            <a:grpSpLocks/>
          </p:cNvGrpSpPr>
          <p:nvPr/>
        </p:nvGrpSpPr>
        <p:grpSpPr bwMode="auto">
          <a:xfrm>
            <a:off x="0" y="1304925"/>
            <a:ext cx="9144000" cy="57150"/>
            <a:chOff x="30834" y="1305568"/>
            <a:chExt cx="8816454" cy="66133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89DC3522-C5D6-B04B-B1D2-91B43A8A662E}"/>
                </a:ext>
              </a:extLst>
            </p:cNvPr>
            <p:cNvSpPr/>
            <p:nvPr/>
          </p:nvSpPr>
          <p:spPr>
            <a:xfrm>
              <a:off x="30834" y="1305568"/>
              <a:ext cx="5799574" cy="6613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C79D554A-23B7-9E41-B57F-3060CA936641}"/>
                </a:ext>
              </a:extLst>
            </p:cNvPr>
            <p:cNvSpPr/>
            <p:nvPr/>
          </p:nvSpPr>
          <p:spPr>
            <a:xfrm>
              <a:off x="5887041" y="1305568"/>
              <a:ext cx="2960247" cy="66133"/>
            </a:xfrm>
            <a:prstGeom prst="rect">
              <a:avLst/>
            </a:prstGeom>
            <a:solidFill>
              <a:srgbClr val="5C30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53636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F5C9EF40-E121-CA4B-91E9-3487BC247C72}"/>
              </a:ext>
            </a:extLst>
          </p:cNvPr>
          <p:cNvSpPr txBox="1"/>
          <p:nvPr/>
        </p:nvSpPr>
        <p:spPr>
          <a:xfrm>
            <a:off x="766763" y="1392238"/>
            <a:ext cx="203132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 dirty="0">
                <a:solidFill>
                  <a:srgbClr val="404040"/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研究方案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E0EFC0-5800-FB4E-8BF7-E5292CAC76C8}"/>
              </a:ext>
            </a:extLst>
          </p:cNvPr>
          <p:cNvSpPr/>
          <p:nvPr/>
        </p:nvSpPr>
        <p:spPr>
          <a:xfrm rot="10800000">
            <a:off x="477838" y="1571625"/>
            <a:ext cx="288925" cy="287338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grpSp>
        <p:nvGrpSpPr>
          <p:cNvPr id="16388" name="组合 6">
            <a:extLst>
              <a:ext uri="{FF2B5EF4-FFF2-40B4-BE49-F238E27FC236}">
                <a16:creationId xmlns:a16="http://schemas.microsoft.com/office/drawing/2014/main" id="{E4AF3461-DD26-3C44-A949-D324F73A7B36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2782888" y="1571625"/>
            <a:ext cx="647700" cy="287338"/>
            <a:chOff x="1483073" y="1052736"/>
            <a:chExt cx="648072" cy="28803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C12D2F2-F58B-E241-A34D-A83CD8FF7FCD}"/>
                </a:ext>
              </a:extLst>
            </p:cNvPr>
            <p:cNvSpPr/>
            <p:nvPr/>
          </p:nvSpPr>
          <p:spPr>
            <a:xfrm>
              <a:off x="1484662" y="1052736"/>
              <a:ext cx="287502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F5D0DA24-2EBE-5542-BB63-28C20D476ECB}"/>
                </a:ext>
              </a:extLst>
            </p:cNvPr>
            <p:cNvSpPr/>
            <p:nvPr/>
          </p:nvSpPr>
          <p:spPr>
            <a:xfrm>
              <a:off x="1845231" y="1052736"/>
              <a:ext cx="287503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华文楷体" panose="02010600040101010101" pitchFamily="2" charset="-122"/>
              </a:endParaRPr>
            </a:p>
          </p:txBody>
        </p:sp>
      </p:grpSp>
      <p:sp>
        <p:nvSpPr>
          <p:cNvPr id="10" name="TextBox 6">
            <a:extLst>
              <a:ext uri="{FF2B5EF4-FFF2-40B4-BE49-F238E27FC236}">
                <a16:creationId xmlns:a16="http://schemas.microsoft.com/office/drawing/2014/main" id="{E369962E-8340-B244-B63B-B36E7AF4C3F7}"/>
              </a:ext>
            </a:extLst>
          </p:cNvPr>
          <p:cNvSpPr txBox="1"/>
          <p:nvPr/>
        </p:nvSpPr>
        <p:spPr>
          <a:xfrm>
            <a:off x="902154" y="2068512"/>
            <a:ext cx="80783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5C307D"/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研究内容二</a:t>
            </a:r>
            <a:endParaRPr lang="en-US" altLang="zh-CN" sz="2000" b="1" dirty="0">
              <a:solidFill>
                <a:srgbClr val="5C307D"/>
              </a:solidFill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endParaRPr lang="en-US" altLang="zh-CN" sz="2400" b="1" dirty="0">
              <a:solidFill>
                <a:srgbClr val="5C307D"/>
              </a:solidFill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>
              <a:solidFill>
                <a:srgbClr val="5C307D"/>
              </a:solidFill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D0272F9-3619-6144-8813-F7032D751B0D}"/>
              </a:ext>
            </a:extLst>
          </p:cNvPr>
          <p:cNvCxnSpPr/>
          <p:nvPr/>
        </p:nvCxnSpPr>
        <p:spPr>
          <a:xfrm>
            <a:off x="8848725" y="1514475"/>
            <a:ext cx="0" cy="1524000"/>
          </a:xfrm>
          <a:prstGeom prst="line">
            <a:avLst/>
          </a:prstGeom>
          <a:ln w="38100"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9A1139DE-DABD-ED4C-9770-3BB746726E50}"/>
              </a:ext>
            </a:extLst>
          </p:cNvPr>
          <p:cNvSpPr/>
          <p:nvPr/>
        </p:nvSpPr>
        <p:spPr>
          <a:xfrm>
            <a:off x="-14288" y="0"/>
            <a:ext cx="9158288" cy="1203325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6398" name="图片 38">
            <a:extLst>
              <a:ext uri="{FF2B5EF4-FFF2-40B4-BE49-F238E27FC236}">
                <a16:creationId xmlns:a16="http://schemas.microsoft.com/office/drawing/2014/main" id="{72B34290-EE65-FA49-9495-06D696D95A0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702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399" name="组合 39">
            <a:extLst>
              <a:ext uri="{FF2B5EF4-FFF2-40B4-BE49-F238E27FC236}">
                <a16:creationId xmlns:a16="http://schemas.microsoft.com/office/drawing/2014/main" id="{5DC9A9CD-3DA5-524B-867E-A54E7B36F074}"/>
              </a:ext>
            </a:extLst>
          </p:cNvPr>
          <p:cNvGrpSpPr>
            <a:grpSpLocks/>
          </p:cNvGrpSpPr>
          <p:nvPr/>
        </p:nvGrpSpPr>
        <p:grpSpPr bwMode="auto">
          <a:xfrm>
            <a:off x="0" y="1304925"/>
            <a:ext cx="9144000" cy="57150"/>
            <a:chOff x="30834" y="1305568"/>
            <a:chExt cx="8816454" cy="66133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89DC3522-C5D6-B04B-B1D2-91B43A8A662E}"/>
                </a:ext>
              </a:extLst>
            </p:cNvPr>
            <p:cNvSpPr/>
            <p:nvPr/>
          </p:nvSpPr>
          <p:spPr>
            <a:xfrm>
              <a:off x="30834" y="1305568"/>
              <a:ext cx="5799574" cy="6613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C79D554A-23B7-9E41-B57F-3060CA936641}"/>
                </a:ext>
              </a:extLst>
            </p:cNvPr>
            <p:cNvSpPr/>
            <p:nvPr/>
          </p:nvSpPr>
          <p:spPr>
            <a:xfrm>
              <a:off x="5887041" y="1305568"/>
              <a:ext cx="2960247" cy="66133"/>
            </a:xfrm>
            <a:prstGeom prst="rect">
              <a:avLst/>
            </a:prstGeom>
            <a:solidFill>
              <a:srgbClr val="5C30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08452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F5C9EF40-E121-CA4B-91E9-3487BC247C72}"/>
              </a:ext>
            </a:extLst>
          </p:cNvPr>
          <p:cNvSpPr txBox="1"/>
          <p:nvPr/>
        </p:nvSpPr>
        <p:spPr>
          <a:xfrm>
            <a:off x="766763" y="1392238"/>
            <a:ext cx="203132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 dirty="0">
                <a:solidFill>
                  <a:srgbClr val="404040"/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研究方案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E0EFC0-5800-FB4E-8BF7-E5292CAC76C8}"/>
              </a:ext>
            </a:extLst>
          </p:cNvPr>
          <p:cNvSpPr/>
          <p:nvPr/>
        </p:nvSpPr>
        <p:spPr>
          <a:xfrm rot="10800000">
            <a:off x="477838" y="1571625"/>
            <a:ext cx="288925" cy="287338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grpSp>
        <p:nvGrpSpPr>
          <p:cNvPr id="16388" name="组合 6">
            <a:extLst>
              <a:ext uri="{FF2B5EF4-FFF2-40B4-BE49-F238E27FC236}">
                <a16:creationId xmlns:a16="http://schemas.microsoft.com/office/drawing/2014/main" id="{E4AF3461-DD26-3C44-A949-D324F73A7B36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2782888" y="1571625"/>
            <a:ext cx="647700" cy="287338"/>
            <a:chOff x="1483073" y="1052736"/>
            <a:chExt cx="648072" cy="28803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C12D2F2-F58B-E241-A34D-A83CD8FF7FCD}"/>
                </a:ext>
              </a:extLst>
            </p:cNvPr>
            <p:cNvSpPr/>
            <p:nvPr/>
          </p:nvSpPr>
          <p:spPr>
            <a:xfrm>
              <a:off x="1484662" y="1052736"/>
              <a:ext cx="287502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F5D0DA24-2EBE-5542-BB63-28C20D476ECB}"/>
                </a:ext>
              </a:extLst>
            </p:cNvPr>
            <p:cNvSpPr/>
            <p:nvPr/>
          </p:nvSpPr>
          <p:spPr>
            <a:xfrm>
              <a:off x="1845231" y="1052736"/>
              <a:ext cx="287503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华文楷体" panose="02010600040101010101" pitchFamily="2" charset="-122"/>
              </a:endParaRPr>
            </a:p>
          </p:txBody>
        </p:sp>
      </p:grpSp>
      <p:sp>
        <p:nvSpPr>
          <p:cNvPr id="10" name="TextBox 6">
            <a:extLst>
              <a:ext uri="{FF2B5EF4-FFF2-40B4-BE49-F238E27FC236}">
                <a16:creationId xmlns:a16="http://schemas.microsoft.com/office/drawing/2014/main" id="{E369962E-8340-B244-B63B-B36E7AF4C3F7}"/>
              </a:ext>
            </a:extLst>
          </p:cNvPr>
          <p:cNvSpPr txBox="1"/>
          <p:nvPr/>
        </p:nvSpPr>
        <p:spPr>
          <a:xfrm>
            <a:off x="902154" y="2068512"/>
            <a:ext cx="80783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5C307D"/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研究内容三</a:t>
            </a:r>
            <a:endParaRPr lang="en-US" altLang="zh-CN" sz="2400" b="1" dirty="0">
              <a:solidFill>
                <a:srgbClr val="5C307D"/>
              </a:solidFill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>
              <a:solidFill>
                <a:srgbClr val="5C307D"/>
              </a:solidFill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D0272F9-3619-6144-8813-F7032D751B0D}"/>
              </a:ext>
            </a:extLst>
          </p:cNvPr>
          <p:cNvCxnSpPr/>
          <p:nvPr/>
        </p:nvCxnSpPr>
        <p:spPr>
          <a:xfrm>
            <a:off x="8848725" y="1514475"/>
            <a:ext cx="0" cy="1524000"/>
          </a:xfrm>
          <a:prstGeom prst="line">
            <a:avLst/>
          </a:prstGeom>
          <a:ln w="38100"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9A1139DE-DABD-ED4C-9770-3BB746726E50}"/>
              </a:ext>
            </a:extLst>
          </p:cNvPr>
          <p:cNvSpPr/>
          <p:nvPr/>
        </p:nvSpPr>
        <p:spPr>
          <a:xfrm>
            <a:off x="-14288" y="0"/>
            <a:ext cx="9158288" cy="1203325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6398" name="图片 38">
            <a:extLst>
              <a:ext uri="{FF2B5EF4-FFF2-40B4-BE49-F238E27FC236}">
                <a16:creationId xmlns:a16="http://schemas.microsoft.com/office/drawing/2014/main" id="{72B34290-EE65-FA49-9495-06D696D95A0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702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399" name="组合 39">
            <a:extLst>
              <a:ext uri="{FF2B5EF4-FFF2-40B4-BE49-F238E27FC236}">
                <a16:creationId xmlns:a16="http://schemas.microsoft.com/office/drawing/2014/main" id="{5DC9A9CD-3DA5-524B-867E-A54E7B36F074}"/>
              </a:ext>
            </a:extLst>
          </p:cNvPr>
          <p:cNvGrpSpPr>
            <a:grpSpLocks/>
          </p:cNvGrpSpPr>
          <p:nvPr/>
        </p:nvGrpSpPr>
        <p:grpSpPr bwMode="auto">
          <a:xfrm>
            <a:off x="0" y="1304925"/>
            <a:ext cx="9144000" cy="57150"/>
            <a:chOff x="30834" y="1305568"/>
            <a:chExt cx="8816454" cy="66133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89DC3522-C5D6-B04B-B1D2-91B43A8A662E}"/>
                </a:ext>
              </a:extLst>
            </p:cNvPr>
            <p:cNvSpPr/>
            <p:nvPr/>
          </p:nvSpPr>
          <p:spPr>
            <a:xfrm>
              <a:off x="30834" y="1305568"/>
              <a:ext cx="5799574" cy="6613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C79D554A-23B7-9E41-B57F-3060CA936641}"/>
                </a:ext>
              </a:extLst>
            </p:cNvPr>
            <p:cNvSpPr/>
            <p:nvPr/>
          </p:nvSpPr>
          <p:spPr>
            <a:xfrm>
              <a:off x="5887041" y="1305568"/>
              <a:ext cx="2960247" cy="66133"/>
            </a:xfrm>
            <a:prstGeom prst="rect">
              <a:avLst/>
            </a:prstGeom>
            <a:solidFill>
              <a:srgbClr val="5C30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8743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C412CA0D-3C3F-704C-9FAE-0D29CDFEDD31}"/>
              </a:ext>
            </a:extLst>
          </p:cNvPr>
          <p:cNvSpPr/>
          <p:nvPr/>
        </p:nvSpPr>
        <p:spPr>
          <a:xfrm>
            <a:off x="-14288" y="0"/>
            <a:ext cx="9158288" cy="1203325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5362" name="图片 39">
            <a:extLst>
              <a:ext uri="{FF2B5EF4-FFF2-40B4-BE49-F238E27FC236}">
                <a16:creationId xmlns:a16="http://schemas.microsoft.com/office/drawing/2014/main" id="{6E217534-5257-1143-A9DD-3ACCE8824D0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702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EA63D7EB-5348-3147-AAFB-37B7F1EE7804}"/>
              </a:ext>
            </a:extLst>
          </p:cNvPr>
          <p:cNvSpPr txBox="1"/>
          <p:nvPr/>
        </p:nvSpPr>
        <p:spPr>
          <a:xfrm>
            <a:off x="163513" y="3082925"/>
            <a:ext cx="3124200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chemeClr val="bg1">
                    <a:lumMod val="6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CONTENTS</a:t>
            </a:r>
            <a:endParaRPr lang="zh-CN" altLang="en-US" sz="3600" b="1" dirty="0">
              <a:solidFill>
                <a:schemeClr val="bg1">
                  <a:lumMod val="6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15364" name="组合 42">
            <a:extLst>
              <a:ext uri="{FF2B5EF4-FFF2-40B4-BE49-F238E27FC236}">
                <a16:creationId xmlns:a16="http://schemas.microsoft.com/office/drawing/2014/main" id="{766F1DE4-EE6A-E14D-B001-C3A876F6EA01}"/>
              </a:ext>
            </a:extLst>
          </p:cNvPr>
          <p:cNvGrpSpPr>
            <a:grpSpLocks/>
          </p:cNvGrpSpPr>
          <p:nvPr/>
        </p:nvGrpSpPr>
        <p:grpSpPr bwMode="auto">
          <a:xfrm>
            <a:off x="0" y="1304925"/>
            <a:ext cx="9144000" cy="57150"/>
            <a:chOff x="30834" y="1305568"/>
            <a:chExt cx="8816454" cy="66133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A377500-0460-0E47-824F-3A5F4C28D796}"/>
                </a:ext>
              </a:extLst>
            </p:cNvPr>
            <p:cNvSpPr/>
            <p:nvPr/>
          </p:nvSpPr>
          <p:spPr>
            <a:xfrm>
              <a:off x="30834" y="1305568"/>
              <a:ext cx="5799574" cy="6613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E532542-E447-004A-82E9-601E85E581D3}"/>
                </a:ext>
              </a:extLst>
            </p:cNvPr>
            <p:cNvSpPr/>
            <p:nvPr/>
          </p:nvSpPr>
          <p:spPr>
            <a:xfrm>
              <a:off x="5887041" y="1305568"/>
              <a:ext cx="2960247" cy="66133"/>
            </a:xfrm>
            <a:prstGeom prst="rect">
              <a:avLst/>
            </a:prstGeom>
            <a:solidFill>
              <a:srgbClr val="5C30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14DFE66-49BF-D346-A813-312FB74FDC5E}"/>
              </a:ext>
            </a:extLst>
          </p:cNvPr>
          <p:cNvCxnSpPr/>
          <p:nvPr/>
        </p:nvCxnSpPr>
        <p:spPr>
          <a:xfrm>
            <a:off x="4572000" y="6627813"/>
            <a:ext cx="408781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6" name="文本框 11">
            <a:extLst>
              <a:ext uri="{FF2B5EF4-FFF2-40B4-BE49-F238E27FC236}">
                <a16:creationId xmlns:a16="http://schemas.microsoft.com/office/drawing/2014/main" id="{D458A4B2-2ECA-604C-AF6B-C96FD073C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0900" y="2917825"/>
            <a:ext cx="903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目录</a:t>
            </a:r>
          </a:p>
        </p:txBody>
      </p:sp>
      <p:sp>
        <p:nvSpPr>
          <p:cNvPr id="15367" name="文本框 16">
            <a:extLst>
              <a:ext uri="{FF2B5EF4-FFF2-40B4-BE49-F238E27FC236}">
                <a16:creationId xmlns:a16="http://schemas.microsoft.com/office/drawing/2014/main" id="{3F488382-C34A-BF4B-87B9-216241516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5838" y="2903538"/>
            <a:ext cx="3762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1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EDBD79D-6D6F-F249-BAE5-8BE3C133BC90}"/>
              </a:ext>
            </a:extLst>
          </p:cNvPr>
          <p:cNvSpPr txBox="1"/>
          <p:nvPr/>
        </p:nvSpPr>
        <p:spPr>
          <a:xfrm>
            <a:off x="3984625" y="2970213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研究背景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C237E11-7E76-2647-A023-3D3AD19B70EE}"/>
              </a:ext>
            </a:extLst>
          </p:cNvPr>
          <p:cNvCxnSpPr/>
          <p:nvPr/>
        </p:nvCxnSpPr>
        <p:spPr>
          <a:xfrm flipH="1">
            <a:off x="3736975" y="3082925"/>
            <a:ext cx="246063" cy="246063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0" name="文本框 20">
            <a:extLst>
              <a:ext uri="{FF2B5EF4-FFF2-40B4-BE49-F238E27FC236}">
                <a16:creationId xmlns:a16="http://schemas.microsoft.com/office/drawing/2014/main" id="{EA26D664-D035-4A4A-8BD1-A23A81AC1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1713" y="2913063"/>
            <a:ext cx="37782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2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92A9856-FF90-3547-8D05-6502898621E7}"/>
              </a:ext>
            </a:extLst>
          </p:cNvPr>
          <p:cNvSpPr txBox="1"/>
          <p:nvPr/>
        </p:nvSpPr>
        <p:spPr>
          <a:xfrm>
            <a:off x="6570663" y="2995613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accent3"/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相关工作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BC6B91E-F085-A945-A461-A6D88A52F6E7}"/>
              </a:ext>
            </a:extLst>
          </p:cNvPr>
          <p:cNvCxnSpPr/>
          <p:nvPr/>
        </p:nvCxnSpPr>
        <p:spPr>
          <a:xfrm flipH="1">
            <a:off x="6324600" y="3082925"/>
            <a:ext cx="246063" cy="246063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3" name="文本框 23">
            <a:extLst>
              <a:ext uri="{FF2B5EF4-FFF2-40B4-BE49-F238E27FC236}">
                <a16:creationId xmlns:a16="http://schemas.microsoft.com/office/drawing/2014/main" id="{34AB2B75-C361-F94D-9AD9-846664F310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5838" y="3482975"/>
            <a:ext cx="3762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3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EBBFD9E-293B-5A45-A1E4-F9EAAFCAA68B}"/>
              </a:ext>
            </a:extLst>
          </p:cNvPr>
          <p:cNvSpPr txBox="1"/>
          <p:nvPr/>
        </p:nvSpPr>
        <p:spPr>
          <a:xfrm>
            <a:off x="3984625" y="3549650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研究方案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762EEDF-2748-CD4F-889A-5C77D8F92889}"/>
              </a:ext>
            </a:extLst>
          </p:cNvPr>
          <p:cNvCxnSpPr/>
          <p:nvPr/>
        </p:nvCxnSpPr>
        <p:spPr>
          <a:xfrm flipH="1">
            <a:off x="3736975" y="3662363"/>
            <a:ext cx="246063" cy="246062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6" name="文本框 26">
            <a:extLst>
              <a:ext uri="{FF2B5EF4-FFF2-40B4-BE49-F238E27FC236}">
                <a16:creationId xmlns:a16="http://schemas.microsoft.com/office/drawing/2014/main" id="{FC4CFD95-E2D4-1845-A986-657FE26E2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1713" y="3492500"/>
            <a:ext cx="3778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4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F83E7C4-AB22-7147-BAA9-3592B597DD68}"/>
              </a:ext>
            </a:extLst>
          </p:cNvPr>
          <p:cNvSpPr txBox="1"/>
          <p:nvPr/>
        </p:nvSpPr>
        <p:spPr>
          <a:xfrm>
            <a:off x="6570663" y="3575050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ea typeface="华文楷体" panose="02010600040101010101" pitchFamily="2" charset="-122"/>
                <a:cs typeface="华文楷体" panose="02010600040101010101" pitchFamily="2" charset="-122"/>
              </a:rPr>
              <a:t>研究基础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C431E9C-A907-3642-8C38-F026B02AE050}"/>
              </a:ext>
            </a:extLst>
          </p:cNvPr>
          <p:cNvCxnSpPr/>
          <p:nvPr/>
        </p:nvCxnSpPr>
        <p:spPr>
          <a:xfrm flipH="1">
            <a:off x="6324600" y="3662363"/>
            <a:ext cx="246063" cy="246062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9" name="文本框 29">
            <a:extLst>
              <a:ext uri="{FF2B5EF4-FFF2-40B4-BE49-F238E27FC236}">
                <a16:creationId xmlns:a16="http://schemas.microsoft.com/office/drawing/2014/main" id="{91AC264C-31D1-CC47-9147-4978F8B82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5838" y="4056063"/>
            <a:ext cx="37623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5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67154B-D0D9-E040-AEC5-6C7096B75104}"/>
              </a:ext>
            </a:extLst>
          </p:cNvPr>
          <p:cNvSpPr txBox="1"/>
          <p:nvPr/>
        </p:nvSpPr>
        <p:spPr>
          <a:xfrm>
            <a:off x="3984625" y="4122738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预期成果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2D4B23DC-FFE0-FA44-8CC0-FF4D627241DC}"/>
              </a:ext>
            </a:extLst>
          </p:cNvPr>
          <p:cNvCxnSpPr/>
          <p:nvPr/>
        </p:nvCxnSpPr>
        <p:spPr>
          <a:xfrm flipH="1">
            <a:off x="3736975" y="4235450"/>
            <a:ext cx="246063" cy="247650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82" name="文本框 32">
            <a:extLst>
              <a:ext uri="{FF2B5EF4-FFF2-40B4-BE49-F238E27FC236}">
                <a16:creationId xmlns:a16="http://schemas.microsoft.com/office/drawing/2014/main" id="{12FD0317-B19D-1B47-A35B-9FDD6DFF2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1713" y="4067175"/>
            <a:ext cx="3778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6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D094B6A-1A7A-E14E-9055-100DBD3DECE4}"/>
              </a:ext>
            </a:extLst>
          </p:cNvPr>
          <p:cNvSpPr txBox="1"/>
          <p:nvPr/>
        </p:nvSpPr>
        <p:spPr>
          <a:xfrm>
            <a:off x="6570663" y="4148138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进度安排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1BA3F7AD-0A9C-8D45-AFFE-CF0536952545}"/>
              </a:ext>
            </a:extLst>
          </p:cNvPr>
          <p:cNvCxnSpPr/>
          <p:nvPr/>
        </p:nvCxnSpPr>
        <p:spPr>
          <a:xfrm flipH="1">
            <a:off x="6324600" y="4235450"/>
            <a:ext cx="246063" cy="247650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椭圆 16">
            <a:extLst>
              <a:ext uri="{FF2B5EF4-FFF2-40B4-BE49-F238E27FC236}">
                <a16:creationId xmlns:a16="http://schemas.microsoft.com/office/drawing/2014/main" id="{A4389489-10C8-EB44-9A3C-83AD9FBAA506}"/>
              </a:ext>
            </a:extLst>
          </p:cNvPr>
          <p:cNvSpPr/>
          <p:nvPr/>
        </p:nvSpPr>
        <p:spPr>
          <a:xfrm>
            <a:off x="8370888" y="6346825"/>
            <a:ext cx="288925" cy="287338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37" name="椭圆 17">
            <a:extLst>
              <a:ext uri="{FF2B5EF4-FFF2-40B4-BE49-F238E27FC236}">
                <a16:creationId xmlns:a16="http://schemas.microsoft.com/office/drawing/2014/main" id="{B992145A-DFF4-D34E-96E0-904673E1C243}"/>
              </a:ext>
            </a:extLst>
          </p:cNvPr>
          <p:cNvSpPr/>
          <p:nvPr/>
        </p:nvSpPr>
        <p:spPr>
          <a:xfrm>
            <a:off x="8691563" y="6029325"/>
            <a:ext cx="288925" cy="2889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50D19F5-6D66-A049-8F89-CACAF6E38A2D}"/>
              </a:ext>
            </a:extLst>
          </p:cNvPr>
          <p:cNvCxnSpPr/>
          <p:nvPr/>
        </p:nvCxnSpPr>
        <p:spPr>
          <a:xfrm>
            <a:off x="3278188" y="2995613"/>
            <a:ext cx="0" cy="154622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4533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F5C9EF40-E121-CA4B-91E9-3487BC247C72}"/>
              </a:ext>
            </a:extLst>
          </p:cNvPr>
          <p:cNvSpPr txBox="1"/>
          <p:nvPr/>
        </p:nvSpPr>
        <p:spPr>
          <a:xfrm>
            <a:off x="766763" y="1392238"/>
            <a:ext cx="203132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 dirty="0">
                <a:solidFill>
                  <a:srgbClr val="404040"/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研究基础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E0EFC0-5800-FB4E-8BF7-E5292CAC76C8}"/>
              </a:ext>
            </a:extLst>
          </p:cNvPr>
          <p:cNvSpPr/>
          <p:nvPr/>
        </p:nvSpPr>
        <p:spPr>
          <a:xfrm rot="10800000">
            <a:off x="477838" y="1571625"/>
            <a:ext cx="288925" cy="287338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grpSp>
        <p:nvGrpSpPr>
          <p:cNvPr id="16388" name="组合 6">
            <a:extLst>
              <a:ext uri="{FF2B5EF4-FFF2-40B4-BE49-F238E27FC236}">
                <a16:creationId xmlns:a16="http://schemas.microsoft.com/office/drawing/2014/main" id="{E4AF3461-DD26-3C44-A949-D324F73A7B36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2782888" y="1571625"/>
            <a:ext cx="647700" cy="287338"/>
            <a:chOff x="1483073" y="1052736"/>
            <a:chExt cx="648072" cy="28803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C12D2F2-F58B-E241-A34D-A83CD8FF7FCD}"/>
                </a:ext>
              </a:extLst>
            </p:cNvPr>
            <p:cNvSpPr/>
            <p:nvPr/>
          </p:nvSpPr>
          <p:spPr>
            <a:xfrm>
              <a:off x="1484662" y="1052736"/>
              <a:ext cx="287502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F5D0DA24-2EBE-5542-BB63-28C20D476ECB}"/>
                </a:ext>
              </a:extLst>
            </p:cNvPr>
            <p:cNvSpPr/>
            <p:nvPr/>
          </p:nvSpPr>
          <p:spPr>
            <a:xfrm>
              <a:off x="1845231" y="1052736"/>
              <a:ext cx="287503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华文楷体" panose="02010600040101010101" pitchFamily="2" charset="-122"/>
              </a:endParaRPr>
            </a:p>
          </p:txBody>
        </p:sp>
      </p:grp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D0272F9-3619-6144-8813-F7032D751B0D}"/>
              </a:ext>
            </a:extLst>
          </p:cNvPr>
          <p:cNvCxnSpPr/>
          <p:nvPr/>
        </p:nvCxnSpPr>
        <p:spPr>
          <a:xfrm>
            <a:off x="8848725" y="1514475"/>
            <a:ext cx="0" cy="1524000"/>
          </a:xfrm>
          <a:prstGeom prst="line">
            <a:avLst/>
          </a:prstGeom>
          <a:ln w="38100"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C4C40107-02DC-B04C-A414-F6968926E6CE}"/>
              </a:ext>
            </a:extLst>
          </p:cNvPr>
          <p:cNvCxnSpPr/>
          <p:nvPr/>
        </p:nvCxnSpPr>
        <p:spPr>
          <a:xfrm>
            <a:off x="690563" y="6627813"/>
            <a:ext cx="79692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16">
            <a:extLst>
              <a:ext uri="{FF2B5EF4-FFF2-40B4-BE49-F238E27FC236}">
                <a16:creationId xmlns:a16="http://schemas.microsoft.com/office/drawing/2014/main" id="{B52FA208-94B3-E440-BF6A-616F10DA4FA6}"/>
              </a:ext>
            </a:extLst>
          </p:cNvPr>
          <p:cNvSpPr/>
          <p:nvPr/>
        </p:nvSpPr>
        <p:spPr>
          <a:xfrm>
            <a:off x="8370888" y="6346825"/>
            <a:ext cx="288925" cy="287338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37" name="椭圆 17">
            <a:extLst>
              <a:ext uri="{FF2B5EF4-FFF2-40B4-BE49-F238E27FC236}">
                <a16:creationId xmlns:a16="http://schemas.microsoft.com/office/drawing/2014/main" id="{F33E9679-1456-CC44-B82E-D1C8AF5A6DC8}"/>
              </a:ext>
            </a:extLst>
          </p:cNvPr>
          <p:cNvSpPr/>
          <p:nvPr/>
        </p:nvSpPr>
        <p:spPr>
          <a:xfrm>
            <a:off x="8691563" y="6029325"/>
            <a:ext cx="288925" cy="2889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A1139DE-DABD-ED4C-9770-3BB746726E50}"/>
              </a:ext>
            </a:extLst>
          </p:cNvPr>
          <p:cNvSpPr/>
          <p:nvPr/>
        </p:nvSpPr>
        <p:spPr>
          <a:xfrm>
            <a:off x="-14288" y="0"/>
            <a:ext cx="9158288" cy="1203325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6398" name="图片 38">
            <a:extLst>
              <a:ext uri="{FF2B5EF4-FFF2-40B4-BE49-F238E27FC236}">
                <a16:creationId xmlns:a16="http://schemas.microsoft.com/office/drawing/2014/main" id="{72B34290-EE65-FA49-9495-06D696D95A0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702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399" name="组合 39">
            <a:extLst>
              <a:ext uri="{FF2B5EF4-FFF2-40B4-BE49-F238E27FC236}">
                <a16:creationId xmlns:a16="http://schemas.microsoft.com/office/drawing/2014/main" id="{5DC9A9CD-3DA5-524B-867E-A54E7B36F074}"/>
              </a:ext>
            </a:extLst>
          </p:cNvPr>
          <p:cNvGrpSpPr>
            <a:grpSpLocks/>
          </p:cNvGrpSpPr>
          <p:nvPr/>
        </p:nvGrpSpPr>
        <p:grpSpPr bwMode="auto">
          <a:xfrm>
            <a:off x="0" y="1304925"/>
            <a:ext cx="9144000" cy="57150"/>
            <a:chOff x="30834" y="1305568"/>
            <a:chExt cx="8816454" cy="66133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89DC3522-C5D6-B04B-B1D2-91B43A8A662E}"/>
                </a:ext>
              </a:extLst>
            </p:cNvPr>
            <p:cNvSpPr/>
            <p:nvPr/>
          </p:nvSpPr>
          <p:spPr>
            <a:xfrm>
              <a:off x="30834" y="1305568"/>
              <a:ext cx="5799574" cy="6613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C79D554A-23B7-9E41-B57F-3060CA936641}"/>
                </a:ext>
              </a:extLst>
            </p:cNvPr>
            <p:cNvSpPr/>
            <p:nvPr/>
          </p:nvSpPr>
          <p:spPr>
            <a:xfrm>
              <a:off x="5887041" y="1305568"/>
              <a:ext cx="2960247" cy="66133"/>
            </a:xfrm>
            <a:prstGeom prst="rect">
              <a:avLst/>
            </a:prstGeom>
            <a:solidFill>
              <a:srgbClr val="5C30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55927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C412CA0D-3C3F-704C-9FAE-0D29CDFEDD31}"/>
              </a:ext>
            </a:extLst>
          </p:cNvPr>
          <p:cNvSpPr/>
          <p:nvPr/>
        </p:nvSpPr>
        <p:spPr>
          <a:xfrm>
            <a:off x="-14288" y="0"/>
            <a:ext cx="9158288" cy="1203325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5362" name="图片 39">
            <a:extLst>
              <a:ext uri="{FF2B5EF4-FFF2-40B4-BE49-F238E27FC236}">
                <a16:creationId xmlns:a16="http://schemas.microsoft.com/office/drawing/2014/main" id="{6E217534-5257-1143-A9DD-3ACCE8824D0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702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EA63D7EB-5348-3147-AAFB-37B7F1EE7804}"/>
              </a:ext>
            </a:extLst>
          </p:cNvPr>
          <p:cNvSpPr txBox="1"/>
          <p:nvPr/>
        </p:nvSpPr>
        <p:spPr>
          <a:xfrm>
            <a:off x="163513" y="3082925"/>
            <a:ext cx="3124200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chemeClr val="bg1">
                    <a:lumMod val="6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CONTENTS</a:t>
            </a:r>
            <a:endParaRPr lang="zh-CN" altLang="en-US" sz="3600" b="1" dirty="0">
              <a:solidFill>
                <a:schemeClr val="bg1">
                  <a:lumMod val="6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15364" name="组合 42">
            <a:extLst>
              <a:ext uri="{FF2B5EF4-FFF2-40B4-BE49-F238E27FC236}">
                <a16:creationId xmlns:a16="http://schemas.microsoft.com/office/drawing/2014/main" id="{766F1DE4-EE6A-E14D-B001-C3A876F6EA01}"/>
              </a:ext>
            </a:extLst>
          </p:cNvPr>
          <p:cNvGrpSpPr>
            <a:grpSpLocks/>
          </p:cNvGrpSpPr>
          <p:nvPr/>
        </p:nvGrpSpPr>
        <p:grpSpPr bwMode="auto">
          <a:xfrm>
            <a:off x="0" y="1304925"/>
            <a:ext cx="9144000" cy="57150"/>
            <a:chOff x="30834" y="1305568"/>
            <a:chExt cx="8816454" cy="66133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A377500-0460-0E47-824F-3A5F4C28D796}"/>
                </a:ext>
              </a:extLst>
            </p:cNvPr>
            <p:cNvSpPr/>
            <p:nvPr/>
          </p:nvSpPr>
          <p:spPr>
            <a:xfrm>
              <a:off x="30834" y="1305568"/>
              <a:ext cx="5799574" cy="6613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E532542-E447-004A-82E9-601E85E581D3}"/>
                </a:ext>
              </a:extLst>
            </p:cNvPr>
            <p:cNvSpPr/>
            <p:nvPr/>
          </p:nvSpPr>
          <p:spPr>
            <a:xfrm>
              <a:off x="5887041" y="1305568"/>
              <a:ext cx="2960247" cy="66133"/>
            </a:xfrm>
            <a:prstGeom prst="rect">
              <a:avLst/>
            </a:prstGeom>
            <a:solidFill>
              <a:srgbClr val="5C30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14DFE66-49BF-D346-A813-312FB74FDC5E}"/>
              </a:ext>
            </a:extLst>
          </p:cNvPr>
          <p:cNvCxnSpPr/>
          <p:nvPr/>
        </p:nvCxnSpPr>
        <p:spPr>
          <a:xfrm>
            <a:off x="4572000" y="6627813"/>
            <a:ext cx="408781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6" name="文本框 11">
            <a:extLst>
              <a:ext uri="{FF2B5EF4-FFF2-40B4-BE49-F238E27FC236}">
                <a16:creationId xmlns:a16="http://schemas.microsoft.com/office/drawing/2014/main" id="{D458A4B2-2ECA-604C-AF6B-C96FD073C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0900" y="2917825"/>
            <a:ext cx="903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目录</a:t>
            </a:r>
          </a:p>
        </p:txBody>
      </p:sp>
      <p:sp>
        <p:nvSpPr>
          <p:cNvPr id="15367" name="文本框 16">
            <a:extLst>
              <a:ext uri="{FF2B5EF4-FFF2-40B4-BE49-F238E27FC236}">
                <a16:creationId xmlns:a16="http://schemas.microsoft.com/office/drawing/2014/main" id="{3F488382-C34A-BF4B-87B9-216241516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5838" y="2903538"/>
            <a:ext cx="3762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1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EDBD79D-6D6F-F249-BAE5-8BE3C133BC90}"/>
              </a:ext>
            </a:extLst>
          </p:cNvPr>
          <p:cNvSpPr txBox="1"/>
          <p:nvPr/>
        </p:nvSpPr>
        <p:spPr>
          <a:xfrm>
            <a:off x="3984625" y="2970213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研究背景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C237E11-7E76-2647-A023-3D3AD19B70EE}"/>
              </a:ext>
            </a:extLst>
          </p:cNvPr>
          <p:cNvCxnSpPr/>
          <p:nvPr/>
        </p:nvCxnSpPr>
        <p:spPr>
          <a:xfrm flipH="1">
            <a:off x="3736975" y="3082925"/>
            <a:ext cx="246063" cy="246063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0" name="文本框 20">
            <a:extLst>
              <a:ext uri="{FF2B5EF4-FFF2-40B4-BE49-F238E27FC236}">
                <a16:creationId xmlns:a16="http://schemas.microsoft.com/office/drawing/2014/main" id="{EA26D664-D035-4A4A-8BD1-A23A81AC1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1713" y="2913063"/>
            <a:ext cx="37782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2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92A9856-FF90-3547-8D05-6502898621E7}"/>
              </a:ext>
            </a:extLst>
          </p:cNvPr>
          <p:cNvSpPr txBox="1"/>
          <p:nvPr/>
        </p:nvSpPr>
        <p:spPr>
          <a:xfrm>
            <a:off x="6570663" y="2995613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accent3"/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相关工作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BC6B91E-F085-A945-A461-A6D88A52F6E7}"/>
              </a:ext>
            </a:extLst>
          </p:cNvPr>
          <p:cNvCxnSpPr/>
          <p:nvPr/>
        </p:nvCxnSpPr>
        <p:spPr>
          <a:xfrm flipH="1">
            <a:off x="6324600" y="3082925"/>
            <a:ext cx="246063" cy="246063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3" name="文本框 23">
            <a:extLst>
              <a:ext uri="{FF2B5EF4-FFF2-40B4-BE49-F238E27FC236}">
                <a16:creationId xmlns:a16="http://schemas.microsoft.com/office/drawing/2014/main" id="{34AB2B75-C361-F94D-9AD9-846664F310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5838" y="3482975"/>
            <a:ext cx="3762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3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EBBFD9E-293B-5A45-A1E4-F9EAAFCAA68B}"/>
              </a:ext>
            </a:extLst>
          </p:cNvPr>
          <p:cNvSpPr txBox="1"/>
          <p:nvPr/>
        </p:nvSpPr>
        <p:spPr>
          <a:xfrm>
            <a:off x="3984625" y="3549650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研究方案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762EEDF-2748-CD4F-889A-5C77D8F92889}"/>
              </a:ext>
            </a:extLst>
          </p:cNvPr>
          <p:cNvCxnSpPr/>
          <p:nvPr/>
        </p:nvCxnSpPr>
        <p:spPr>
          <a:xfrm flipH="1">
            <a:off x="3736975" y="3662363"/>
            <a:ext cx="246063" cy="246062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6" name="文本框 26">
            <a:extLst>
              <a:ext uri="{FF2B5EF4-FFF2-40B4-BE49-F238E27FC236}">
                <a16:creationId xmlns:a16="http://schemas.microsoft.com/office/drawing/2014/main" id="{FC4CFD95-E2D4-1845-A986-657FE26E2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1713" y="3492500"/>
            <a:ext cx="3778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4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F83E7C4-AB22-7147-BAA9-3592B597DD68}"/>
              </a:ext>
            </a:extLst>
          </p:cNvPr>
          <p:cNvSpPr txBox="1"/>
          <p:nvPr/>
        </p:nvSpPr>
        <p:spPr>
          <a:xfrm>
            <a:off x="6570663" y="3575050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研究基础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C431E9C-A907-3642-8C38-F026B02AE050}"/>
              </a:ext>
            </a:extLst>
          </p:cNvPr>
          <p:cNvCxnSpPr/>
          <p:nvPr/>
        </p:nvCxnSpPr>
        <p:spPr>
          <a:xfrm flipH="1">
            <a:off x="6324600" y="3662363"/>
            <a:ext cx="246063" cy="246062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9" name="文本框 29">
            <a:extLst>
              <a:ext uri="{FF2B5EF4-FFF2-40B4-BE49-F238E27FC236}">
                <a16:creationId xmlns:a16="http://schemas.microsoft.com/office/drawing/2014/main" id="{91AC264C-31D1-CC47-9147-4978F8B82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5838" y="4056063"/>
            <a:ext cx="37623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5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67154B-D0D9-E040-AEC5-6C7096B75104}"/>
              </a:ext>
            </a:extLst>
          </p:cNvPr>
          <p:cNvSpPr txBox="1"/>
          <p:nvPr/>
        </p:nvSpPr>
        <p:spPr>
          <a:xfrm>
            <a:off x="3984625" y="4122738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ea typeface="华文楷体" panose="02010600040101010101" pitchFamily="2" charset="-122"/>
                <a:cs typeface="华文楷体" panose="02010600040101010101" pitchFamily="2" charset="-122"/>
              </a:rPr>
              <a:t>预期成果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2D4B23DC-FFE0-FA44-8CC0-FF4D627241DC}"/>
              </a:ext>
            </a:extLst>
          </p:cNvPr>
          <p:cNvCxnSpPr/>
          <p:nvPr/>
        </p:nvCxnSpPr>
        <p:spPr>
          <a:xfrm flipH="1">
            <a:off x="3736975" y="4235450"/>
            <a:ext cx="246063" cy="247650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82" name="文本框 32">
            <a:extLst>
              <a:ext uri="{FF2B5EF4-FFF2-40B4-BE49-F238E27FC236}">
                <a16:creationId xmlns:a16="http://schemas.microsoft.com/office/drawing/2014/main" id="{12FD0317-B19D-1B47-A35B-9FDD6DFF2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1713" y="4067175"/>
            <a:ext cx="3778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6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D094B6A-1A7A-E14E-9055-100DBD3DECE4}"/>
              </a:ext>
            </a:extLst>
          </p:cNvPr>
          <p:cNvSpPr txBox="1"/>
          <p:nvPr/>
        </p:nvSpPr>
        <p:spPr>
          <a:xfrm>
            <a:off x="6570663" y="4148138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进度安排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1BA3F7AD-0A9C-8D45-AFFE-CF0536952545}"/>
              </a:ext>
            </a:extLst>
          </p:cNvPr>
          <p:cNvCxnSpPr/>
          <p:nvPr/>
        </p:nvCxnSpPr>
        <p:spPr>
          <a:xfrm flipH="1">
            <a:off x="6324600" y="4235450"/>
            <a:ext cx="246063" cy="247650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椭圆 16">
            <a:extLst>
              <a:ext uri="{FF2B5EF4-FFF2-40B4-BE49-F238E27FC236}">
                <a16:creationId xmlns:a16="http://schemas.microsoft.com/office/drawing/2014/main" id="{A4389489-10C8-EB44-9A3C-83AD9FBAA506}"/>
              </a:ext>
            </a:extLst>
          </p:cNvPr>
          <p:cNvSpPr/>
          <p:nvPr/>
        </p:nvSpPr>
        <p:spPr>
          <a:xfrm>
            <a:off x="8370888" y="6346825"/>
            <a:ext cx="288925" cy="287338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37" name="椭圆 17">
            <a:extLst>
              <a:ext uri="{FF2B5EF4-FFF2-40B4-BE49-F238E27FC236}">
                <a16:creationId xmlns:a16="http://schemas.microsoft.com/office/drawing/2014/main" id="{B992145A-DFF4-D34E-96E0-904673E1C243}"/>
              </a:ext>
            </a:extLst>
          </p:cNvPr>
          <p:cNvSpPr/>
          <p:nvPr/>
        </p:nvSpPr>
        <p:spPr>
          <a:xfrm>
            <a:off x="8691563" y="6029325"/>
            <a:ext cx="288925" cy="2889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50D19F5-6D66-A049-8F89-CACAF6E38A2D}"/>
              </a:ext>
            </a:extLst>
          </p:cNvPr>
          <p:cNvCxnSpPr/>
          <p:nvPr/>
        </p:nvCxnSpPr>
        <p:spPr>
          <a:xfrm>
            <a:off x="3278188" y="2995613"/>
            <a:ext cx="0" cy="154622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03840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F5C9EF40-E121-CA4B-91E9-3487BC247C72}"/>
              </a:ext>
            </a:extLst>
          </p:cNvPr>
          <p:cNvSpPr txBox="1"/>
          <p:nvPr/>
        </p:nvSpPr>
        <p:spPr>
          <a:xfrm>
            <a:off x="766763" y="1392238"/>
            <a:ext cx="203132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 dirty="0">
                <a:solidFill>
                  <a:srgbClr val="404040"/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预期成果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E0EFC0-5800-FB4E-8BF7-E5292CAC76C8}"/>
              </a:ext>
            </a:extLst>
          </p:cNvPr>
          <p:cNvSpPr/>
          <p:nvPr/>
        </p:nvSpPr>
        <p:spPr>
          <a:xfrm rot="10800000">
            <a:off x="477838" y="1571625"/>
            <a:ext cx="288925" cy="287338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grpSp>
        <p:nvGrpSpPr>
          <p:cNvPr id="16388" name="组合 6">
            <a:extLst>
              <a:ext uri="{FF2B5EF4-FFF2-40B4-BE49-F238E27FC236}">
                <a16:creationId xmlns:a16="http://schemas.microsoft.com/office/drawing/2014/main" id="{E4AF3461-DD26-3C44-A949-D324F73A7B36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2782888" y="1571625"/>
            <a:ext cx="647700" cy="287338"/>
            <a:chOff x="1483073" y="1052736"/>
            <a:chExt cx="648072" cy="28803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C12D2F2-F58B-E241-A34D-A83CD8FF7FCD}"/>
                </a:ext>
              </a:extLst>
            </p:cNvPr>
            <p:cNvSpPr/>
            <p:nvPr/>
          </p:nvSpPr>
          <p:spPr>
            <a:xfrm>
              <a:off x="1484662" y="1052736"/>
              <a:ext cx="287502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F5D0DA24-2EBE-5542-BB63-28C20D476ECB}"/>
                </a:ext>
              </a:extLst>
            </p:cNvPr>
            <p:cNvSpPr/>
            <p:nvPr/>
          </p:nvSpPr>
          <p:spPr>
            <a:xfrm>
              <a:off x="1845231" y="1052736"/>
              <a:ext cx="287503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华文楷体" panose="02010600040101010101" pitchFamily="2" charset="-122"/>
              </a:endParaRPr>
            </a:p>
          </p:txBody>
        </p:sp>
      </p:grp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D0272F9-3619-6144-8813-F7032D751B0D}"/>
              </a:ext>
            </a:extLst>
          </p:cNvPr>
          <p:cNvCxnSpPr/>
          <p:nvPr/>
        </p:nvCxnSpPr>
        <p:spPr>
          <a:xfrm>
            <a:off x="8848725" y="1514475"/>
            <a:ext cx="0" cy="1524000"/>
          </a:xfrm>
          <a:prstGeom prst="line">
            <a:avLst/>
          </a:prstGeom>
          <a:ln w="38100"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C4C40107-02DC-B04C-A414-F6968926E6CE}"/>
              </a:ext>
            </a:extLst>
          </p:cNvPr>
          <p:cNvCxnSpPr/>
          <p:nvPr/>
        </p:nvCxnSpPr>
        <p:spPr>
          <a:xfrm>
            <a:off x="690563" y="6627813"/>
            <a:ext cx="79692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16">
            <a:extLst>
              <a:ext uri="{FF2B5EF4-FFF2-40B4-BE49-F238E27FC236}">
                <a16:creationId xmlns:a16="http://schemas.microsoft.com/office/drawing/2014/main" id="{B52FA208-94B3-E440-BF6A-616F10DA4FA6}"/>
              </a:ext>
            </a:extLst>
          </p:cNvPr>
          <p:cNvSpPr/>
          <p:nvPr/>
        </p:nvSpPr>
        <p:spPr>
          <a:xfrm>
            <a:off x="8370888" y="6346825"/>
            <a:ext cx="288925" cy="287338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37" name="椭圆 17">
            <a:extLst>
              <a:ext uri="{FF2B5EF4-FFF2-40B4-BE49-F238E27FC236}">
                <a16:creationId xmlns:a16="http://schemas.microsoft.com/office/drawing/2014/main" id="{F33E9679-1456-CC44-B82E-D1C8AF5A6DC8}"/>
              </a:ext>
            </a:extLst>
          </p:cNvPr>
          <p:cNvSpPr/>
          <p:nvPr/>
        </p:nvSpPr>
        <p:spPr>
          <a:xfrm>
            <a:off x="8691563" y="6029325"/>
            <a:ext cx="288925" cy="2889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A1139DE-DABD-ED4C-9770-3BB746726E50}"/>
              </a:ext>
            </a:extLst>
          </p:cNvPr>
          <p:cNvSpPr/>
          <p:nvPr/>
        </p:nvSpPr>
        <p:spPr>
          <a:xfrm>
            <a:off x="-14288" y="0"/>
            <a:ext cx="9158288" cy="1203325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6398" name="图片 38">
            <a:extLst>
              <a:ext uri="{FF2B5EF4-FFF2-40B4-BE49-F238E27FC236}">
                <a16:creationId xmlns:a16="http://schemas.microsoft.com/office/drawing/2014/main" id="{72B34290-EE65-FA49-9495-06D696D95A0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702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399" name="组合 39">
            <a:extLst>
              <a:ext uri="{FF2B5EF4-FFF2-40B4-BE49-F238E27FC236}">
                <a16:creationId xmlns:a16="http://schemas.microsoft.com/office/drawing/2014/main" id="{5DC9A9CD-3DA5-524B-867E-A54E7B36F074}"/>
              </a:ext>
            </a:extLst>
          </p:cNvPr>
          <p:cNvGrpSpPr>
            <a:grpSpLocks/>
          </p:cNvGrpSpPr>
          <p:nvPr/>
        </p:nvGrpSpPr>
        <p:grpSpPr bwMode="auto">
          <a:xfrm>
            <a:off x="0" y="1304925"/>
            <a:ext cx="9144000" cy="57150"/>
            <a:chOff x="30834" y="1305568"/>
            <a:chExt cx="8816454" cy="66133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89DC3522-C5D6-B04B-B1D2-91B43A8A662E}"/>
                </a:ext>
              </a:extLst>
            </p:cNvPr>
            <p:cNvSpPr/>
            <p:nvPr/>
          </p:nvSpPr>
          <p:spPr>
            <a:xfrm>
              <a:off x="30834" y="1305568"/>
              <a:ext cx="5799574" cy="6613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C79D554A-23B7-9E41-B57F-3060CA936641}"/>
                </a:ext>
              </a:extLst>
            </p:cNvPr>
            <p:cNvSpPr/>
            <p:nvPr/>
          </p:nvSpPr>
          <p:spPr>
            <a:xfrm>
              <a:off x="5887041" y="1305568"/>
              <a:ext cx="2960247" cy="66133"/>
            </a:xfrm>
            <a:prstGeom prst="rect">
              <a:avLst/>
            </a:prstGeom>
            <a:solidFill>
              <a:srgbClr val="5C30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59447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C412CA0D-3C3F-704C-9FAE-0D29CDFEDD31}"/>
              </a:ext>
            </a:extLst>
          </p:cNvPr>
          <p:cNvSpPr/>
          <p:nvPr/>
        </p:nvSpPr>
        <p:spPr>
          <a:xfrm>
            <a:off x="-14288" y="0"/>
            <a:ext cx="9158288" cy="1203325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5362" name="图片 39">
            <a:extLst>
              <a:ext uri="{FF2B5EF4-FFF2-40B4-BE49-F238E27FC236}">
                <a16:creationId xmlns:a16="http://schemas.microsoft.com/office/drawing/2014/main" id="{6E217534-5257-1143-A9DD-3ACCE8824D0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702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EA63D7EB-5348-3147-AAFB-37B7F1EE7804}"/>
              </a:ext>
            </a:extLst>
          </p:cNvPr>
          <p:cNvSpPr txBox="1"/>
          <p:nvPr/>
        </p:nvSpPr>
        <p:spPr>
          <a:xfrm>
            <a:off x="163513" y="3082925"/>
            <a:ext cx="3124200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chemeClr val="bg1">
                    <a:lumMod val="6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CONTENTS</a:t>
            </a:r>
            <a:endParaRPr lang="zh-CN" altLang="en-US" sz="3600" b="1" dirty="0">
              <a:solidFill>
                <a:schemeClr val="bg1">
                  <a:lumMod val="6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15364" name="组合 42">
            <a:extLst>
              <a:ext uri="{FF2B5EF4-FFF2-40B4-BE49-F238E27FC236}">
                <a16:creationId xmlns:a16="http://schemas.microsoft.com/office/drawing/2014/main" id="{766F1DE4-EE6A-E14D-B001-C3A876F6EA01}"/>
              </a:ext>
            </a:extLst>
          </p:cNvPr>
          <p:cNvGrpSpPr>
            <a:grpSpLocks/>
          </p:cNvGrpSpPr>
          <p:nvPr/>
        </p:nvGrpSpPr>
        <p:grpSpPr bwMode="auto">
          <a:xfrm>
            <a:off x="0" y="1304925"/>
            <a:ext cx="9144000" cy="57150"/>
            <a:chOff x="30834" y="1305568"/>
            <a:chExt cx="8816454" cy="66133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A377500-0460-0E47-824F-3A5F4C28D796}"/>
                </a:ext>
              </a:extLst>
            </p:cNvPr>
            <p:cNvSpPr/>
            <p:nvPr/>
          </p:nvSpPr>
          <p:spPr>
            <a:xfrm>
              <a:off x="30834" y="1305568"/>
              <a:ext cx="5799574" cy="6613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E532542-E447-004A-82E9-601E85E581D3}"/>
                </a:ext>
              </a:extLst>
            </p:cNvPr>
            <p:cNvSpPr/>
            <p:nvPr/>
          </p:nvSpPr>
          <p:spPr>
            <a:xfrm>
              <a:off x="5887041" y="1305568"/>
              <a:ext cx="2960247" cy="66133"/>
            </a:xfrm>
            <a:prstGeom prst="rect">
              <a:avLst/>
            </a:prstGeom>
            <a:solidFill>
              <a:srgbClr val="5C30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14DFE66-49BF-D346-A813-312FB74FDC5E}"/>
              </a:ext>
            </a:extLst>
          </p:cNvPr>
          <p:cNvCxnSpPr/>
          <p:nvPr/>
        </p:nvCxnSpPr>
        <p:spPr>
          <a:xfrm>
            <a:off x="4572000" y="6627813"/>
            <a:ext cx="408781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6" name="文本框 11">
            <a:extLst>
              <a:ext uri="{FF2B5EF4-FFF2-40B4-BE49-F238E27FC236}">
                <a16:creationId xmlns:a16="http://schemas.microsoft.com/office/drawing/2014/main" id="{D458A4B2-2ECA-604C-AF6B-C96FD073C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0900" y="2917825"/>
            <a:ext cx="903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目录</a:t>
            </a:r>
          </a:p>
        </p:txBody>
      </p:sp>
      <p:sp>
        <p:nvSpPr>
          <p:cNvPr id="15367" name="文本框 16">
            <a:extLst>
              <a:ext uri="{FF2B5EF4-FFF2-40B4-BE49-F238E27FC236}">
                <a16:creationId xmlns:a16="http://schemas.microsoft.com/office/drawing/2014/main" id="{3F488382-C34A-BF4B-87B9-216241516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5838" y="2903538"/>
            <a:ext cx="3762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1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EDBD79D-6D6F-F249-BAE5-8BE3C133BC90}"/>
              </a:ext>
            </a:extLst>
          </p:cNvPr>
          <p:cNvSpPr txBox="1"/>
          <p:nvPr/>
        </p:nvSpPr>
        <p:spPr>
          <a:xfrm>
            <a:off x="3984625" y="2970213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研究背景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C237E11-7E76-2647-A023-3D3AD19B70EE}"/>
              </a:ext>
            </a:extLst>
          </p:cNvPr>
          <p:cNvCxnSpPr/>
          <p:nvPr/>
        </p:nvCxnSpPr>
        <p:spPr>
          <a:xfrm flipH="1">
            <a:off x="3736975" y="3082925"/>
            <a:ext cx="246063" cy="246063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0" name="文本框 20">
            <a:extLst>
              <a:ext uri="{FF2B5EF4-FFF2-40B4-BE49-F238E27FC236}">
                <a16:creationId xmlns:a16="http://schemas.microsoft.com/office/drawing/2014/main" id="{EA26D664-D035-4A4A-8BD1-A23A81AC1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1713" y="2913063"/>
            <a:ext cx="37782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2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92A9856-FF90-3547-8D05-6502898621E7}"/>
              </a:ext>
            </a:extLst>
          </p:cNvPr>
          <p:cNvSpPr txBox="1"/>
          <p:nvPr/>
        </p:nvSpPr>
        <p:spPr>
          <a:xfrm>
            <a:off x="6570663" y="2995613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accent3"/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相关工作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BC6B91E-F085-A945-A461-A6D88A52F6E7}"/>
              </a:ext>
            </a:extLst>
          </p:cNvPr>
          <p:cNvCxnSpPr/>
          <p:nvPr/>
        </p:nvCxnSpPr>
        <p:spPr>
          <a:xfrm flipH="1">
            <a:off x="6324600" y="3082925"/>
            <a:ext cx="246063" cy="246063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3" name="文本框 23">
            <a:extLst>
              <a:ext uri="{FF2B5EF4-FFF2-40B4-BE49-F238E27FC236}">
                <a16:creationId xmlns:a16="http://schemas.microsoft.com/office/drawing/2014/main" id="{34AB2B75-C361-F94D-9AD9-846664F310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5838" y="3482975"/>
            <a:ext cx="3762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3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EBBFD9E-293B-5A45-A1E4-F9EAAFCAA68B}"/>
              </a:ext>
            </a:extLst>
          </p:cNvPr>
          <p:cNvSpPr txBox="1"/>
          <p:nvPr/>
        </p:nvSpPr>
        <p:spPr>
          <a:xfrm>
            <a:off x="3984625" y="3549650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研究方案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762EEDF-2748-CD4F-889A-5C77D8F92889}"/>
              </a:ext>
            </a:extLst>
          </p:cNvPr>
          <p:cNvCxnSpPr/>
          <p:nvPr/>
        </p:nvCxnSpPr>
        <p:spPr>
          <a:xfrm flipH="1">
            <a:off x="3736975" y="3662363"/>
            <a:ext cx="246063" cy="246062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6" name="文本框 26">
            <a:extLst>
              <a:ext uri="{FF2B5EF4-FFF2-40B4-BE49-F238E27FC236}">
                <a16:creationId xmlns:a16="http://schemas.microsoft.com/office/drawing/2014/main" id="{FC4CFD95-E2D4-1845-A986-657FE26E2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1713" y="3492500"/>
            <a:ext cx="3778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4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F83E7C4-AB22-7147-BAA9-3592B597DD68}"/>
              </a:ext>
            </a:extLst>
          </p:cNvPr>
          <p:cNvSpPr txBox="1"/>
          <p:nvPr/>
        </p:nvSpPr>
        <p:spPr>
          <a:xfrm>
            <a:off x="6570663" y="3575050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研究基础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C431E9C-A907-3642-8C38-F026B02AE050}"/>
              </a:ext>
            </a:extLst>
          </p:cNvPr>
          <p:cNvCxnSpPr/>
          <p:nvPr/>
        </p:nvCxnSpPr>
        <p:spPr>
          <a:xfrm flipH="1">
            <a:off x="6324600" y="3662363"/>
            <a:ext cx="246063" cy="246062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9" name="文本框 29">
            <a:extLst>
              <a:ext uri="{FF2B5EF4-FFF2-40B4-BE49-F238E27FC236}">
                <a16:creationId xmlns:a16="http://schemas.microsoft.com/office/drawing/2014/main" id="{91AC264C-31D1-CC47-9147-4978F8B82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5838" y="4056063"/>
            <a:ext cx="37623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5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67154B-D0D9-E040-AEC5-6C7096B75104}"/>
              </a:ext>
            </a:extLst>
          </p:cNvPr>
          <p:cNvSpPr txBox="1"/>
          <p:nvPr/>
        </p:nvSpPr>
        <p:spPr>
          <a:xfrm>
            <a:off x="3984625" y="4122738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预期成果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2D4B23DC-FFE0-FA44-8CC0-FF4D627241DC}"/>
              </a:ext>
            </a:extLst>
          </p:cNvPr>
          <p:cNvCxnSpPr/>
          <p:nvPr/>
        </p:nvCxnSpPr>
        <p:spPr>
          <a:xfrm flipH="1">
            <a:off x="3736975" y="4235450"/>
            <a:ext cx="246063" cy="247650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82" name="文本框 32">
            <a:extLst>
              <a:ext uri="{FF2B5EF4-FFF2-40B4-BE49-F238E27FC236}">
                <a16:creationId xmlns:a16="http://schemas.microsoft.com/office/drawing/2014/main" id="{12FD0317-B19D-1B47-A35B-9FDD6DFF2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1713" y="4067175"/>
            <a:ext cx="3778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>
                <a:solidFill>
                  <a:srgbClr val="5C307D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6</a:t>
            </a:r>
            <a:endParaRPr lang="zh-CN" altLang="en-US" sz="3200">
              <a:solidFill>
                <a:srgbClr val="5C307D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D094B6A-1A7A-E14E-9055-100DBD3DECE4}"/>
              </a:ext>
            </a:extLst>
          </p:cNvPr>
          <p:cNvSpPr txBox="1"/>
          <p:nvPr/>
        </p:nvSpPr>
        <p:spPr>
          <a:xfrm>
            <a:off x="6570663" y="4148138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rgbClr val="A6A6A6"/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进度安排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1BA3F7AD-0A9C-8D45-AFFE-CF0536952545}"/>
              </a:ext>
            </a:extLst>
          </p:cNvPr>
          <p:cNvCxnSpPr/>
          <p:nvPr/>
        </p:nvCxnSpPr>
        <p:spPr>
          <a:xfrm flipH="1">
            <a:off x="6324600" y="4235450"/>
            <a:ext cx="246063" cy="247650"/>
          </a:xfrm>
          <a:prstGeom prst="line">
            <a:avLst/>
          </a:prstGeom>
          <a:ln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椭圆 16">
            <a:extLst>
              <a:ext uri="{FF2B5EF4-FFF2-40B4-BE49-F238E27FC236}">
                <a16:creationId xmlns:a16="http://schemas.microsoft.com/office/drawing/2014/main" id="{A4389489-10C8-EB44-9A3C-83AD9FBAA506}"/>
              </a:ext>
            </a:extLst>
          </p:cNvPr>
          <p:cNvSpPr/>
          <p:nvPr/>
        </p:nvSpPr>
        <p:spPr>
          <a:xfrm>
            <a:off x="8370888" y="6346825"/>
            <a:ext cx="288925" cy="287338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37" name="椭圆 17">
            <a:extLst>
              <a:ext uri="{FF2B5EF4-FFF2-40B4-BE49-F238E27FC236}">
                <a16:creationId xmlns:a16="http://schemas.microsoft.com/office/drawing/2014/main" id="{B992145A-DFF4-D34E-96E0-904673E1C243}"/>
              </a:ext>
            </a:extLst>
          </p:cNvPr>
          <p:cNvSpPr/>
          <p:nvPr/>
        </p:nvSpPr>
        <p:spPr>
          <a:xfrm>
            <a:off x="8691563" y="6029325"/>
            <a:ext cx="288925" cy="2889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50D19F5-6D66-A049-8F89-CACAF6E38A2D}"/>
              </a:ext>
            </a:extLst>
          </p:cNvPr>
          <p:cNvCxnSpPr/>
          <p:nvPr/>
        </p:nvCxnSpPr>
        <p:spPr>
          <a:xfrm>
            <a:off x="3278188" y="2995613"/>
            <a:ext cx="0" cy="154622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04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F5C9EF40-E121-CA4B-91E9-3487BC247C72}"/>
              </a:ext>
            </a:extLst>
          </p:cNvPr>
          <p:cNvSpPr txBox="1"/>
          <p:nvPr/>
        </p:nvSpPr>
        <p:spPr>
          <a:xfrm>
            <a:off x="766763" y="1392238"/>
            <a:ext cx="203132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 dirty="0">
                <a:solidFill>
                  <a:srgbClr val="404040"/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进度安排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E0EFC0-5800-FB4E-8BF7-E5292CAC76C8}"/>
              </a:ext>
            </a:extLst>
          </p:cNvPr>
          <p:cNvSpPr/>
          <p:nvPr/>
        </p:nvSpPr>
        <p:spPr>
          <a:xfrm rot="10800000">
            <a:off x="477838" y="1571625"/>
            <a:ext cx="288925" cy="287338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grpSp>
        <p:nvGrpSpPr>
          <p:cNvPr id="16388" name="组合 6">
            <a:extLst>
              <a:ext uri="{FF2B5EF4-FFF2-40B4-BE49-F238E27FC236}">
                <a16:creationId xmlns:a16="http://schemas.microsoft.com/office/drawing/2014/main" id="{E4AF3461-DD26-3C44-A949-D324F73A7B36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2782888" y="1571625"/>
            <a:ext cx="647700" cy="287338"/>
            <a:chOff x="1483073" y="1052736"/>
            <a:chExt cx="648072" cy="28803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C12D2F2-F58B-E241-A34D-A83CD8FF7FCD}"/>
                </a:ext>
              </a:extLst>
            </p:cNvPr>
            <p:cNvSpPr/>
            <p:nvPr/>
          </p:nvSpPr>
          <p:spPr>
            <a:xfrm>
              <a:off x="1484662" y="1052736"/>
              <a:ext cx="287502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F5D0DA24-2EBE-5542-BB63-28C20D476ECB}"/>
                </a:ext>
              </a:extLst>
            </p:cNvPr>
            <p:cNvSpPr/>
            <p:nvPr/>
          </p:nvSpPr>
          <p:spPr>
            <a:xfrm>
              <a:off x="1845231" y="1052736"/>
              <a:ext cx="287503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华文楷体" panose="02010600040101010101" pitchFamily="2" charset="-122"/>
              </a:endParaRPr>
            </a:p>
          </p:txBody>
        </p:sp>
      </p:grp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D0272F9-3619-6144-8813-F7032D751B0D}"/>
              </a:ext>
            </a:extLst>
          </p:cNvPr>
          <p:cNvCxnSpPr/>
          <p:nvPr/>
        </p:nvCxnSpPr>
        <p:spPr>
          <a:xfrm>
            <a:off x="8848725" y="1514475"/>
            <a:ext cx="0" cy="1524000"/>
          </a:xfrm>
          <a:prstGeom prst="line">
            <a:avLst/>
          </a:prstGeom>
          <a:ln w="38100"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C4C40107-02DC-B04C-A414-F6968926E6CE}"/>
              </a:ext>
            </a:extLst>
          </p:cNvPr>
          <p:cNvCxnSpPr/>
          <p:nvPr/>
        </p:nvCxnSpPr>
        <p:spPr>
          <a:xfrm>
            <a:off x="690563" y="6627813"/>
            <a:ext cx="79692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16">
            <a:extLst>
              <a:ext uri="{FF2B5EF4-FFF2-40B4-BE49-F238E27FC236}">
                <a16:creationId xmlns:a16="http://schemas.microsoft.com/office/drawing/2014/main" id="{B52FA208-94B3-E440-BF6A-616F10DA4FA6}"/>
              </a:ext>
            </a:extLst>
          </p:cNvPr>
          <p:cNvSpPr/>
          <p:nvPr/>
        </p:nvSpPr>
        <p:spPr>
          <a:xfrm>
            <a:off x="8370888" y="6346825"/>
            <a:ext cx="288925" cy="287338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37" name="椭圆 17">
            <a:extLst>
              <a:ext uri="{FF2B5EF4-FFF2-40B4-BE49-F238E27FC236}">
                <a16:creationId xmlns:a16="http://schemas.microsoft.com/office/drawing/2014/main" id="{F33E9679-1456-CC44-B82E-D1C8AF5A6DC8}"/>
              </a:ext>
            </a:extLst>
          </p:cNvPr>
          <p:cNvSpPr/>
          <p:nvPr/>
        </p:nvSpPr>
        <p:spPr>
          <a:xfrm>
            <a:off x="8691563" y="6029325"/>
            <a:ext cx="288925" cy="2889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A1139DE-DABD-ED4C-9770-3BB746726E50}"/>
              </a:ext>
            </a:extLst>
          </p:cNvPr>
          <p:cNvSpPr/>
          <p:nvPr/>
        </p:nvSpPr>
        <p:spPr>
          <a:xfrm>
            <a:off x="-14288" y="0"/>
            <a:ext cx="9158288" cy="1203325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6398" name="图片 38">
            <a:extLst>
              <a:ext uri="{FF2B5EF4-FFF2-40B4-BE49-F238E27FC236}">
                <a16:creationId xmlns:a16="http://schemas.microsoft.com/office/drawing/2014/main" id="{72B34290-EE65-FA49-9495-06D696D95A0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702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399" name="组合 39">
            <a:extLst>
              <a:ext uri="{FF2B5EF4-FFF2-40B4-BE49-F238E27FC236}">
                <a16:creationId xmlns:a16="http://schemas.microsoft.com/office/drawing/2014/main" id="{5DC9A9CD-3DA5-524B-867E-A54E7B36F074}"/>
              </a:ext>
            </a:extLst>
          </p:cNvPr>
          <p:cNvGrpSpPr>
            <a:grpSpLocks/>
          </p:cNvGrpSpPr>
          <p:nvPr/>
        </p:nvGrpSpPr>
        <p:grpSpPr bwMode="auto">
          <a:xfrm>
            <a:off x="0" y="1304925"/>
            <a:ext cx="9144000" cy="57150"/>
            <a:chOff x="30834" y="1305568"/>
            <a:chExt cx="8816454" cy="66133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89DC3522-C5D6-B04B-B1D2-91B43A8A662E}"/>
                </a:ext>
              </a:extLst>
            </p:cNvPr>
            <p:cNvSpPr/>
            <p:nvPr/>
          </p:nvSpPr>
          <p:spPr>
            <a:xfrm>
              <a:off x="30834" y="1305568"/>
              <a:ext cx="5799574" cy="6613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C79D554A-23B7-9E41-B57F-3060CA936641}"/>
                </a:ext>
              </a:extLst>
            </p:cNvPr>
            <p:cNvSpPr/>
            <p:nvPr/>
          </p:nvSpPr>
          <p:spPr>
            <a:xfrm>
              <a:off x="5887041" y="1305568"/>
              <a:ext cx="2960247" cy="66133"/>
            </a:xfrm>
            <a:prstGeom prst="rect">
              <a:avLst/>
            </a:prstGeom>
            <a:solidFill>
              <a:srgbClr val="5C30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graphicFrame>
        <p:nvGraphicFramePr>
          <p:cNvPr id="19" name="表格 4">
            <a:extLst>
              <a:ext uri="{FF2B5EF4-FFF2-40B4-BE49-F238E27FC236}">
                <a16:creationId xmlns:a16="http://schemas.microsoft.com/office/drawing/2014/main" id="{BB529B21-ED1C-D34F-BAE3-2F3AA3197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768122"/>
              </p:ext>
            </p:extLst>
          </p:nvPr>
        </p:nvGraphicFramePr>
        <p:xfrm>
          <a:off x="457395" y="2157824"/>
          <a:ext cx="8212782" cy="2743200"/>
        </p:xfrm>
        <a:graphic>
          <a:graphicData uri="http://schemas.openxmlformats.org/drawingml/2006/table">
            <a:tbl>
              <a:tblPr bandRow="1"/>
              <a:tblGrid>
                <a:gridCol w="3581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1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9pPr>
                    </a:lstStyle>
                    <a:p>
                      <a:pPr algn="ctr"/>
                      <a:r>
                        <a:rPr lang="en-US" altLang="zh-CN" sz="24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2020</a:t>
                      </a:r>
                      <a:r>
                        <a:rPr lang="zh-CN" altLang="en-US" sz="24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年</a:t>
                      </a:r>
                      <a:r>
                        <a:rPr lang="en-US" altLang="zh-CN" sz="24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1</a:t>
                      </a:r>
                      <a:r>
                        <a:rPr lang="zh-CN" altLang="en-US" sz="24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月</a:t>
                      </a:r>
                      <a:r>
                        <a:rPr lang="en-US" altLang="zh-CN" sz="24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8</a:t>
                      </a:r>
                      <a:r>
                        <a:rPr lang="zh-CN" altLang="en-US" sz="24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日前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CC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9pPr>
                    </a:lstStyle>
                    <a:p>
                      <a:endParaRPr lang="zh-CN" altLang="en-US" sz="2400" dirty="0"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CC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9pPr>
                    </a:lstStyle>
                    <a:p>
                      <a:pPr algn="ctr"/>
                      <a:r>
                        <a:rPr lang="zh-CN" altLang="en-US" sz="24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春季学期</a:t>
                      </a:r>
                      <a:r>
                        <a:rPr lang="en-US" altLang="zh-CN" sz="24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1~3</a:t>
                      </a:r>
                      <a:r>
                        <a:rPr lang="zh-CN" altLang="en-US" sz="24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周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CC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9pPr>
                    </a:lstStyle>
                    <a:p>
                      <a:endParaRPr lang="zh-CN" altLang="en-US" sz="2400" dirty="0"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CC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9pPr>
                    </a:lstStyle>
                    <a:p>
                      <a:pPr algn="ctr"/>
                      <a:r>
                        <a:rPr lang="zh-CN" altLang="en-US" sz="24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春季学期</a:t>
                      </a:r>
                      <a:r>
                        <a:rPr lang="en-US" altLang="zh-CN" sz="24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4~6</a:t>
                      </a:r>
                      <a:r>
                        <a:rPr lang="zh-CN" altLang="en-US" sz="24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周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CC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9pPr>
                    </a:lstStyle>
                    <a:p>
                      <a:endParaRPr lang="zh-CN" altLang="en-US" sz="2400" dirty="0"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CC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春季学期</a:t>
                      </a:r>
                      <a:r>
                        <a:rPr lang="en-US" altLang="zh-CN" sz="24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7~11</a:t>
                      </a:r>
                      <a:r>
                        <a:rPr lang="zh-CN" altLang="en-US" sz="24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周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CC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CC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167447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9pPr>
                    </a:lstStyle>
                    <a:p>
                      <a:pPr algn="ctr"/>
                      <a:r>
                        <a:rPr lang="zh-CN" altLang="en-US" sz="24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春季学期</a:t>
                      </a:r>
                      <a:r>
                        <a:rPr lang="en-US" altLang="zh-CN" sz="24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12~15</a:t>
                      </a:r>
                      <a:r>
                        <a:rPr lang="zh-CN" altLang="en-US" sz="24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周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CC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9pPr>
                    </a:lstStyle>
                    <a:p>
                      <a:endParaRPr lang="en-US" altLang="zh-CN" sz="2400" dirty="0"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CC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9pPr>
                    </a:lstStyle>
                    <a:p>
                      <a:pPr algn="ctr"/>
                      <a:r>
                        <a:rPr lang="en-US" altLang="zh-CN" sz="24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2020</a:t>
                      </a:r>
                      <a:r>
                        <a:rPr lang="zh-CN" altLang="en-US" sz="24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年</a:t>
                      </a:r>
                      <a:r>
                        <a:rPr lang="en-US" altLang="zh-CN" sz="24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6</a:t>
                      </a:r>
                      <a:r>
                        <a:rPr lang="zh-CN" altLang="en-US" sz="24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月</a:t>
                      </a:r>
                      <a:r>
                        <a:rPr lang="en-US" altLang="zh-CN" sz="24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8</a:t>
                      </a:r>
                      <a:r>
                        <a:rPr lang="zh-CN" altLang="en-US" sz="24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日前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CC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华文新魏"/>
                        </a:defRPr>
                      </a:lvl9pPr>
                    </a:lstStyle>
                    <a:p>
                      <a:endParaRPr lang="en-US" altLang="zh-CN" sz="2400" dirty="0"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CC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90126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F5C9EF40-E121-CA4B-91E9-3487BC247C72}"/>
              </a:ext>
            </a:extLst>
          </p:cNvPr>
          <p:cNvSpPr txBox="1"/>
          <p:nvPr/>
        </p:nvSpPr>
        <p:spPr>
          <a:xfrm>
            <a:off x="766763" y="1392238"/>
            <a:ext cx="203132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 dirty="0">
                <a:solidFill>
                  <a:srgbClr val="404040"/>
                </a:solidFill>
                <a:ea typeface="华文楷体" panose="02010600040101010101" pitchFamily="2" charset="-122"/>
                <a:cs typeface="华文楷体" panose="02010600040101010101" pitchFamily="2" charset="-122"/>
              </a:rPr>
              <a:t>参考文献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E0EFC0-5800-FB4E-8BF7-E5292CAC76C8}"/>
              </a:ext>
            </a:extLst>
          </p:cNvPr>
          <p:cNvSpPr/>
          <p:nvPr/>
        </p:nvSpPr>
        <p:spPr>
          <a:xfrm rot="10800000">
            <a:off x="477838" y="1571625"/>
            <a:ext cx="288925" cy="287338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grpSp>
        <p:nvGrpSpPr>
          <p:cNvPr id="16388" name="组合 6">
            <a:extLst>
              <a:ext uri="{FF2B5EF4-FFF2-40B4-BE49-F238E27FC236}">
                <a16:creationId xmlns:a16="http://schemas.microsoft.com/office/drawing/2014/main" id="{E4AF3461-DD26-3C44-A949-D324F73A7B36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2782888" y="1571625"/>
            <a:ext cx="647700" cy="287338"/>
            <a:chOff x="1483073" y="1052736"/>
            <a:chExt cx="648072" cy="28803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C12D2F2-F58B-E241-A34D-A83CD8FF7FCD}"/>
                </a:ext>
              </a:extLst>
            </p:cNvPr>
            <p:cNvSpPr/>
            <p:nvPr/>
          </p:nvSpPr>
          <p:spPr>
            <a:xfrm>
              <a:off x="1484662" y="1052736"/>
              <a:ext cx="287502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F5D0DA24-2EBE-5542-BB63-28C20D476ECB}"/>
                </a:ext>
              </a:extLst>
            </p:cNvPr>
            <p:cNvSpPr/>
            <p:nvPr/>
          </p:nvSpPr>
          <p:spPr>
            <a:xfrm>
              <a:off x="1845231" y="1052736"/>
              <a:ext cx="287503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ea typeface="华文楷体" panose="02010600040101010101" pitchFamily="2" charset="-122"/>
              </a:endParaRPr>
            </a:p>
          </p:txBody>
        </p:sp>
      </p:grp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D0272F9-3619-6144-8813-F7032D751B0D}"/>
              </a:ext>
            </a:extLst>
          </p:cNvPr>
          <p:cNvCxnSpPr/>
          <p:nvPr/>
        </p:nvCxnSpPr>
        <p:spPr>
          <a:xfrm>
            <a:off x="8848725" y="1514475"/>
            <a:ext cx="0" cy="1524000"/>
          </a:xfrm>
          <a:prstGeom prst="line">
            <a:avLst/>
          </a:prstGeom>
          <a:ln w="38100">
            <a:solidFill>
              <a:srgbClr val="5C30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C4C40107-02DC-B04C-A414-F6968926E6CE}"/>
              </a:ext>
            </a:extLst>
          </p:cNvPr>
          <p:cNvCxnSpPr/>
          <p:nvPr/>
        </p:nvCxnSpPr>
        <p:spPr>
          <a:xfrm>
            <a:off x="690563" y="6627813"/>
            <a:ext cx="79692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16">
            <a:extLst>
              <a:ext uri="{FF2B5EF4-FFF2-40B4-BE49-F238E27FC236}">
                <a16:creationId xmlns:a16="http://schemas.microsoft.com/office/drawing/2014/main" id="{B52FA208-94B3-E440-BF6A-616F10DA4FA6}"/>
              </a:ext>
            </a:extLst>
          </p:cNvPr>
          <p:cNvSpPr/>
          <p:nvPr/>
        </p:nvSpPr>
        <p:spPr>
          <a:xfrm>
            <a:off x="8370888" y="6346825"/>
            <a:ext cx="288925" cy="287338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37" name="椭圆 17">
            <a:extLst>
              <a:ext uri="{FF2B5EF4-FFF2-40B4-BE49-F238E27FC236}">
                <a16:creationId xmlns:a16="http://schemas.microsoft.com/office/drawing/2014/main" id="{F33E9679-1456-CC44-B82E-D1C8AF5A6DC8}"/>
              </a:ext>
            </a:extLst>
          </p:cNvPr>
          <p:cNvSpPr/>
          <p:nvPr/>
        </p:nvSpPr>
        <p:spPr>
          <a:xfrm>
            <a:off x="8691563" y="6029325"/>
            <a:ext cx="288925" cy="2889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A1139DE-DABD-ED4C-9770-3BB746726E50}"/>
              </a:ext>
            </a:extLst>
          </p:cNvPr>
          <p:cNvSpPr/>
          <p:nvPr/>
        </p:nvSpPr>
        <p:spPr>
          <a:xfrm>
            <a:off x="-14288" y="0"/>
            <a:ext cx="9158288" cy="1203325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6398" name="图片 38">
            <a:extLst>
              <a:ext uri="{FF2B5EF4-FFF2-40B4-BE49-F238E27FC236}">
                <a16:creationId xmlns:a16="http://schemas.microsoft.com/office/drawing/2014/main" id="{72B34290-EE65-FA49-9495-06D696D95A0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702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399" name="组合 39">
            <a:extLst>
              <a:ext uri="{FF2B5EF4-FFF2-40B4-BE49-F238E27FC236}">
                <a16:creationId xmlns:a16="http://schemas.microsoft.com/office/drawing/2014/main" id="{5DC9A9CD-3DA5-524B-867E-A54E7B36F074}"/>
              </a:ext>
            </a:extLst>
          </p:cNvPr>
          <p:cNvGrpSpPr>
            <a:grpSpLocks/>
          </p:cNvGrpSpPr>
          <p:nvPr/>
        </p:nvGrpSpPr>
        <p:grpSpPr bwMode="auto">
          <a:xfrm>
            <a:off x="0" y="1304925"/>
            <a:ext cx="9144000" cy="57150"/>
            <a:chOff x="30834" y="1305568"/>
            <a:chExt cx="8816454" cy="66133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89DC3522-C5D6-B04B-B1D2-91B43A8A662E}"/>
                </a:ext>
              </a:extLst>
            </p:cNvPr>
            <p:cNvSpPr/>
            <p:nvPr/>
          </p:nvSpPr>
          <p:spPr>
            <a:xfrm>
              <a:off x="30834" y="1305568"/>
              <a:ext cx="5799574" cy="6613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C79D554A-23B7-9E41-B57F-3060CA936641}"/>
                </a:ext>
              </a:extLst>
            </p:cNvPr>
            <p:cNvSpPr/>
            <p:nvPr/>
          </p:nvSpPr>
          <p:spPr>
            <a:xfrm>
              <a:off x="5887041" y="1305568"/>
              <a:ext cx="2960247" cy="66133"/>
            </a:xfrm>
            <a:prstGeom prst="rect">
              <a:avLst/>
            </a:prstGeom>
            <a:solidFill>
              <a:srgbClr val="5C30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10997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4B17CF-5B84-3242-B2E9-2B76BD2FAD65}"/>
              </a:ext>
            </a:extLst>
          </p:cNvPr>
          <p:cNvSpPr/>
          <p:nvPr/>
        </p:nvSpPr>
        <p:spPr>
          <a:xfrm>
            <a:off x="0" y="0"/>
            <a:ext cx="9144000" cy="3654425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1A81150-6DC9-8746-8CE5-244FD01CBFFA}"/>
              </a:ext>
            </a:extLst>
          </p:cNvPr>
          <p:cNvCxnSpPr/>
          <p:nvPr/>
        </p:nvCxnSpPr>
        <p:spPr>
          <a:xfrm>
            <a:off x="7058025" y="4732338"/>
            <a:ext cx="18129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5">
            <a:extLst>
              <a:ext uri="{FF2B5EF4-FFF2-40B4-BE49-F238E27FC236}">
                <a16:creationId xmlns:a16="http://schemas.microsoft.com/office/drawing/2014/main" id="{C45FD1E9-5CA0-4748-A26D-A7010474DCF2}"/>
              </a:ext>
            </a:extLst>
          </p:cNvPr>
          <p:cNvSpPr txBox="1"/>
          <p:nvPr/>
        </p:nvSpPr>
        <p:spPr>
          <a:xfrm>
            <a:off x="6332022" y="3881438"/>
            <a:ext cx="2646878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4800" b="1" dirty="0">
                <a:solidFill>
                  <a:srgbClr val="40404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谢谢大家</a:t>
            </a:r>
            <a:endParaRPr lang="en-US" altLang="zh-CN" sz="4800" b="1" dirty="0">
              <a:solidFill>
                <a:srgbClr val="40404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algn="r"/>
            <a:r>
              <a:rPr lang="en-US" altLang="zh-CN" sz="4800" b="1" dirty="0">
                <a:solidFill>
                  <a:srgbClr val="40404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   </a:t>
            </a:r>
            <a:endParaRPr lang="zh-CN" altLang="en-US" sz="4800" b="1" dirty="0">
              <a:solidFill>
                <a:srgbClr val="40404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E5A35DB-C318-0E48-B00F-C2A2EBE8750E}"/>
              </a:ext>
            </a:extLst>
          </p:cNvPr>
          <p:cNvSpPr/>
          <p:nvPr/>
        </p:nvSpPr>
        <p:spPr>
          <a:xfrm>
            <a:off x="163513" y="6210300"/>
            <a:ext cx="423862" cy="423863"/>
          </a:xfrm>
          <a:prstGeom prst="rect">
            <a:avLst/>
          </a:prstGeom>
          <a:solidFill>
            <a:srgbClr val="5C307D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AE10398-9BDB-234F-B0ED-A61575B0288A}"/>
              </a:ext>
            </a:extLst>
          </p:cNvPr>
          <p:cNvCxnSpPr/>
          <p:nvPr/>
        </p:nvCxnSpPr>
        <p:spPr>
          <a:xfrm>
            <a:off x="163513" y="6627813"/>
            <a:ext cx="440848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584" name="组合 27">
            <a:extLst>
              <a:ext uri="{FF2B5EF4-FFF2-40B4-BE49-F238E27FC236}">
                <a16:creationId xmlns:a16="http://schemas.microsoft.com/office/drawing/2014/main" id="{807C36AB-DF7C-A249-B3D8-E900EB60651F}"/>
              </a:ext>
            </a:extLst>
          </p:cNvPr>
          <p:cNvGrpSpPr>
            <a:grpSpLocks/>
          </p:cNvGrpSpPr>
          <p:nvPr/>
        </p:nvGrpSpPr>
        <p:grpSpPr bwMode="auto">
          <a:xfrm>
            <a:off x="0" y="3770313"/>
            <a:ext cx="9144000" cy="57150"/>
            <a:chOff x="30834" y="1305568"/>
            <a:chExt cx="8816454" cy="66133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9CDD30F-3A4F-854C-80A9-7E21ED78EEE8}"/>
                </a:ext>
              </a:extLst>
            </p:cNvPr>
            <p:cNvSpPr/>
            <p:nvPr/>
          </p:nvSpPr>
          <p:spPr>
            <a:xfrm>
              <a:off x="30834" y="1305568"/>
              <a:ext cx="5799574" cy="6613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5452803F-ECAE-8E44-91F7-F3D41AC5E1F9}"/>
                </a:ext>
              </a:extLst>
            </p:cNvPr>
            <p:cNvSpPr/>
            <p:nvPr/>
          </p:nvSpPr>
          <p:spPr>
            <a:xfrm>
              <a:off x="5887041" y="1305568"/>
              <a:ext cx="2960247" cy="66133"/>
            </a:xfrm>
            <a:prstGeom prst="rect">
              <a:avLst/>
            </a:prstGeom>
            <a:solidFill>
              <a:srgbClr val="5C30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24585" name="图片 30">
            <a:extLst>
              <a:ext uri="{FF2B5EF4-FFF2-40B4-BE49-F238E27FC236}">
                <a16:creationId xmlns:a16="http://schemas.microsoft.com/office/drawing/2014/main" id="{7A91E141-A6B8-DE4A-AEE4-6BBEA098A64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3" y="266700"/>
            <a:ext cx="3136900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233</Words>
  <Application>Microsoft Macintosh PowerPoint</Application>
  <PresentationFormat>全屏显示(4:3)</PresentationFormat>
  <Paragraphs>139</Paragraphs>
  <Slides>21</Slides>
  <Notes>5</Notes>
  <HiddenSlides>1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华文楷体</vt:lpstr>
      <vt:lpstr>KaiTi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SAMSUNG</dc:creator>
  <cp:lastModifiedBy>余 文梦</cp:lastModifiedBy>
  <cp:revision>267</cp:revision>
  <dcterms:created xsi:type="dcterms:W3CDTF">2014-08-08T13:32:37Z</dcterms:created>
  <dcterms:modified xsi:type="dcterms:W3CDTF">2020-12-11T03:24:03Z</dcterms:modified>
</cp:coreProperties>
</file>